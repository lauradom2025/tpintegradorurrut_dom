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8" r:id="rId6"/>
    <p:sldId id="291" r:id="rId7"/>
    <p:sldId id="282" r:id="rId8"/>
    <p:sldId id="300" r:id="rId9"/>
    <p:sldId id="284" r:id="rId10"/>
    <p:sldId id="294" r:id="rId11"/>
    <p:sldId id="286" r:id="rId12"/>
    <p:sldId id="287" r:id="rId13"/>
    <p:sldId id="293" r:id="rId14"/>
    <p:sldId id="283" r:id="rId15"/>
    <p:sldId id="289" r:id="rId16"/>
    <p:sldId id="288" r:id="rId17"/>
    <p:sldId id="290" r:id="rId18"/>
    <p:sldId id="295" r:id="rId19"/>
    <p:sldId id="298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655" autoAdjust="0"/>
  </p:normalViewPr>
  <p:slideViewPr>
    <p:cSldViewPr snapToGrid="0">
      <p:cViewPr varScale="1">
        <p:scale>
          <a:sx n="55" d="100"/>
          <a:sy n="55" d="100"/>
        </p:scale>
        <p:origin x="1096" y="26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9B626A-1D7C-4667-9392-419C01BBF76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02EC08B-7E88-4437-92F7-4D198F2EE57F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Programa</a:t>
          </a:r>
        </a:p>
      </dgm:t>
    </dgm:pt>
    <dgm:pt modelId="{8E3E8700-78F4-4DED-8AAC-D45D81443A2C}" type="parTrans" cxnId="{FE7DB522-5166-4131-9F36-161EE7E29FBF}">
      <dgm:prSet/>
      <dgm:spPr/>
      <dgm:t>
        <a:bodyPr/>
        <a:lstStyle/>
        <a:p>
          <a:endParaRPr lang="es-ES"/>
        </a:p>
      </dgm:t>
    </dgm:pt>
    <dgm:pt modelId="{99A7DBF4-D388-4CFB-9E9A-3B6D42EBD307}" type="sibTrans" cxnId="{FE7DB522-5166-4131-9F36-161EE7E29FBF}">
      <dgm:prSet/>
      <dgm:spPr/>
      <dgm:t>
        <a:bodyPr/>
        <a:lstStyle/>
        <a:p>
          <a:endParaRPr lang="es-ES"/>
        </a:p>
      </dgm:t>
    </dgm:pt>
    <dgm:pt modelId="{ADA957C8-6C75-4E05-B223-817540E6ABA6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Gestiona</a:t>
          </a:r>
        </a:p>
      </dgm:t>
    </dgm:pt>
    <dgm:pt modelId="{2B1F80C7-1769-457C-8470-3F7016B12A63}" type="parTrans" cxnId="{9137D8DA-01E7-4EEB-80B1-1F8190D4B1A7}">
      <dgm:prSet/>
      <dgm:spPr/>
      <dgm:t>
        <a:bodyPr/>
        <a:lstStyle/>
        <a:p>
          <a:endParaRPr lang="es-ES"/>
        </a:p>
      </dgm:t>
    </dgm:pt>
    <dgm:pt modelId="{95911D91-1D96-4553-A070-7CA121D88DD1}" type="sibTrans" cxnId="{9137D8DA-01E7-4EEB-80B1-1F8190D4B1A7}">
      <dgm:prSet/>
      <dgm:spPr/>
      <dgm:t>
        <a:bodyPr/>
        <a:lstStyle/>
        <a:p>
          <a:endParaRPr lang="es-ES"/>
        </a:p>
      </dgm:t>
    </dgm:pt>
    <dgm:pt modelId="{438DE5E2-2349-4F80-88E1-197C85877F75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Almacena</a:t>
          </a:r>
        </a:p>
      </dgm:t>
    </dgm:pt>
    <dgm:pt modelId="{EF11AE0C-495D-4EF2-A0DE-851BFB81B60E}" type="parTrans" cxnId="{BC3EA8A8-6E1D-40B9-A7FD-7AD7D0C9F3BA}">
      <dgm:prSet/>
      <dgm:spPr/>
      <dgm:t>
        <a:bodyPr/>
        <a:lstStyle/>
        <a:p>
          <a:endParaRPr lang="es-ES"/>
        </a:p>
      </dgm:t>
    </dgm:pt>
    <dgm:pt modelId="{4CC050F4-6B5D-4DBD-A0E2-F2E2178AED83}" type="sibTrans" cxnId="{BC3EA8A8-6E1D-40B9-A7FD-7AD7D0C9F3BA}">
      <dgm:prSet/>
      <dgm:spPr/>
      <dgm:t>
        <a:bodyPr/>
        <a:lstStyle/>
        <a:p>
          <a:endParaRPr lang="es-ES"/>
        </a:p>
      </dgm:t>
    </dgm:pt>
    <dgm:pt modelId="{46D8507F-AB58-4FC6-8904-EB8CE2D64353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Permite</a:t>
          </a:r>
        </a:p>
      </dgm:t>
    </dgm:pt>
    <dgm:pt modelId="{A4D3E880-D54E-4319-AEC3-B9F7B35B1DF5}" type="parTrans" cxnId="{D7AE37AE-EEBB-4CB0-9AE8-DE4B278BBA73}">
      <dgm:prSet/>
      <dgm:spPr/>
      <dgm:t>
        <a:bodyPr/>
        <a:lstStyle/>
        <a:p>
          <a:endParaRPr lang="es-ES"/>
        </a:p>
      </dgm:t>
    </dgm:pt>
    <dgm:pt modelId="{6EFEF0AA-445C-4513-9B98-87050A2C132A}" type="sibTrans" cxnId="{D7AE37AE-EEBB-4CB0-9AE8-DE4B278BBA73}">
      <dgm:prSet/>
      <dgm:spPr/>
      <dgm:t>
        <a:bodyPr/>
        <a:lstStyle/>
        <a:p>
          <a:endParaRPr lang="es-ES"/>
        </a:p>
      </dgm:t>
    </dgm:pt>
    <dgm:pt modelId="{ED14765F-9EE7-48C2-9789-A88A707D141F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Ofrece</a:t>
          </a:r>
        </a:p>
      </dgm:t>
    </dgm:pt>
    <dgm:pt modelId="{1FEA7C41-C60C-48B8-ABC9-D60D2CDCC7E3}" type="parTrans" cxnId="{1F275AF2-4E33-47C3-998F-35DAF8CCEFEB}">
      <dgm:prSet/>
      <dgm:spPr/>
      <dgm:t>
        <a:bodyPr/>
        <a:lstStyle/>
        <a:p>
          <a:endParaRPr lang="es-ES"/>
        </a:p>
      </dgm:t>
    </dgm:pt>
    <dgm:pt modelId="{E0999DA0-F049-4B81-949C-E6E4420EDE76}" type="sibTrans" cxnId="{1F275AF2-4E33-47C3-998F-35DAF8CCEFEB}">
      <dgm:prSet/>
      <dgm:spPr/>
      <dgm:t>
        <a:bodyPr/>
        <a:lstStyle/>
        <a:p>
          <a:endParaRPr lang="es-ES"/>
        </a:p>
      </dgm:t>
    </dgm:pt>
    <dgm:pt modelId="{B5823FB3-CD88-4872-97DE-804DAB0F6B9B}">
      <dgm:prSet phldrT="[Texto]" phldr="0" custT="1"/>
      <dgm:spPr/>
      <dgm:t>
        <a:bodyPr/>
        <a:lstStyle/>
        <a:p>
          <a:r>
            <a:rPr lang="es-ES" sz="2400" b="1" dirty="0">
              <a:solidFill>
                <a:schemeClr val="tx1"/>
              </a:solidFill>
            </a:rPr>
            <a:t>Genera</a:t>
          </a:r>
        </a:p>
      </dgm:t>
    </dgm:pt>
    <dgm:pt modelId="{4279069C-A181-444B-9309-38FEA67C9B4D}" type="parTrans" cxnId="{01B45B25-AEE5-4786-B4C2-D03306232D7A}">
      <dgm:prSet/>
      <dgm:spPr/>
      <dgm:t>
        <a:bodyPr/>
        <a:lstStyle/>
        <a:p>
          <a:endParaRPr lang="es-ES"/>
        </a:p>
      </dgm:t>
    </dgm:pt>
    <dgm:pt modelId="{D0283AA5-342F-478C-99CC-A048B2939158}" type="sibTrans" cxnId="{01B45B25-AEE5-4786-B4C2-D03306232D7A}">
      <dgm:prSet/>
      <dgm:spPr/>
      <dgm:t>
        <a:bodyPr/>
        <a:lstStyle/>
        <a:p>
          <a:endParaRPr lang="es-ES"/>
        </a:p>
      </dgm:t>
    </dgm:pt>
    <dgm:pt modelId="{51346592-393D-4304-A322-EC600EC3D16B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Información completa de países</a:t>
          </a:r>
          <a:endParaRPr lang="es-ES" sz="2400" b="1" dirty="0">
            <a:solidFill>
              <a:schemeClr val="tx1"/>
            </a:solidFill>
          </a:endParaRPr>
        </a:p>
      </dgm:t>
    </dgm:pt>
    <dgm:pt modelId="{0F356BD2-3CEF-480C-ABFE-60BA3CB24B85}" type="parTrans" cxnId="{69308910-34BB-44B7-BDD8-404C9A79BE12}">
      <dgm:prSet/>
      <dgm:spPr/>
      <dgm:t>
        <a:bodyPr/>
        <a:lstStyle/>
        <a:p>
          <a:endParaRPr lang="es-ES"/>
        </a:p>
      </dgm:t>
    </dgm:pt>
    <dgm:pt modelId="{E7D582E7-7E30-44D1-B3F1-F64C48FA570F}" type="sibTrans" cxnId="{69308910-34BB-44B7-BDD8-404C9A79BE12}">
      <dgm:prSet/>
      <dgm:spPr/>
      <dgm:t>
        <a:bodyPr/>
        <a:lstStyle/>
        <a:p>
          <a:endParaRPr lang="es-ES"/>
        </a:p>
      </dgm:t>
    </dgm:pt>
    <dgm:pt modelId="{617874AF-9A7E-46EC-ACC6-5B70D97FE5CB}">
      <dgm:prSet phldrT="[Texto]" phldr="0" custT="1"/>
      <dgm:spPr/>
      <dgm:t>
        <a:bodyPr/>
        <a:lstStyle/>
        <a:p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Datos en archivo CSV</a:t>
          </a:r>
          <a:endParaRPr lang="es-ES" sz="2400" b="1" dirty="0">
            <a:solidFill>
              <a:schemeClr val="tx1"/>
            </a:solidFill>
          </a:endParaRPr>
        </a:p>
      </dgm:t>
    </dgm:pt>
    <dgm:pt modelId="{41F4EABC-A410-41AD-91FF-C5336BE4250F}" type="parTrans" cxnId="{26D4AFAA-6187-4281-8931-6763F3F202FD}">
      <dgm:prSet/>
      <dgm:spPr/>
      <dgm:t>
        <a:bodyPr/>
        <a:lstStyle/>
        <a:p>
          <a:endParaRPr lang="es-ES"/>
        </a:p>
      </dgm:t>
    </dgm:pt>
    <dgm:pt modelId="{4C8A5F1D-5F58-470C-B547-67F342346D1A}" type="sibTrans" cxnId="{26D4AFAA-6187-4281-8931-6763F3F202FD}">
      <dgm:prSet/>
      <dgm:spPr/>
      <dgm:t>
        <a:bodyPr/>
        <a:lstStyle/>
        <a:p>
          <a:endParaRPr lang="es-ES"/>
        </a:p>
      </dgm:t>
    </dgm:pt>
    <dgm:pt modelId="{3E2B7F65-2866-4193-84A7-CE5F143588D4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rgbClr val="0F1115"/>
              </a:solidFill>
              <a:effectLst/>
              <a:latin typeface="quote-cjk-patch"/>
            </a:rPr>
            <a:t>CRUD</a:t>
          </a:r>
          <a:endParaRPr lang="es-ES" sz="2400" b="1" dirty="0"/>
        </a:p>
      </dgm:t>
    </dgm:pt>
    <dgm:pt modelId="{671B3479-A6D4-4D54-8251-F1EFC2573147}" type="parTrans" cxnId="{E37DE158-7A7F-41EC-A281-3AF2709F9D90}">
      <dgm:prSet/>
      <dgm:spPr/>
      <dgm:t>
        <a:bodyPr/>
        <a:lstStyle/>
        <a:p>
          <a:endParaRPr lang="es-ES"/>
        </a:p>
      </dgm:t>
    </dgm:pt>
    <dgm:pt modelId="{34E35162-BE21-4ABE-B18C-E97ED9A7B2ED}" type="sibTrans" cxnId="{E37DE158-7A7F-41EC-A281-3AF2709F9D90}">
      <dgm:prSet/>
      <dgm:spPr/>
      <dgm:t>
        <a:bodyPr/>
        <a:lstStyle/>
        <a:p>
          <a:endParaRPr lang="es-ES"/>
        </a:p>
      </dgm:t>
    </dgm:pt>
    <dgm:pt modelId="{AFF1DAEF-8547-40A1-AEA5-694FD75E80A6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Crear</a:t>
          </a:r>
          <a:endParaRPr lang="es-ES" sz="2400" b="1" dirty="0">
            <a:solidFill>
              <a:schemeClr val="tx1"/>
            </a:solidFill>
          </a:endParaRPr>
        </a:p>
      </dgm:t>
    </dgm:pt>
    <dgm:pt modelId="{21B10F8D-7382-49D6-86D2-97856D99F35B}" type="parTrans" cxnId="{2DFACF50-5C4D-44BB-B2B3-01CE33E6FBE6}">
      <dgm:prSet/>
      <dgm:spPr/>
      <dgm:t>
        <a:bodyPr/>
        <a:lstStyle/>
        <a:p>
          <a:endParaRPr lang="es-ES"/>
        </a:p>
      </dgm:t>
    </dgm:pt>
    <dgm:pt modelId="{8DFEBCD9-E884-4077-90A4-3F39ACCF21CA}" type="sibTrans" cxnId="{2DFACF50-5C4D-44BB-B2B3-01CE33E6FBE6}">
      <dgm:prSet/>
      <dgm:spPr/>
      <dgm:t>
        <a:bodyPr/>
        <a:lstStyle/>
        <a:p>
          <a:endParaRPr lang="es-ES"/>
        </a:p>
      </dgm:t>
    </dgm:pt>
    <dgm:pt modelId="{5FDA8BC7-177E-468B-86D6-B85FC31821BC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Leer</a:t>
          </a:r>
          <a:endParaRPr lang="es-ES" sz="2400" b="1" dirty="0">
            <a:solidFill>
              <a:schemeClr val="tx1"/>
            </a:solidFill>
          </a:endParaRPr>
        </a:p>
      </dgm:t>
    </dgm:pt>
    <dgm:pt modelId="{01A8B844-30A5-41A3-B059-650D831964AE}" type="parTrans" cxnId="{EC2A8C0D-34A4-493E-8C52-6EAD9E6B0121}">
      <dgm:prSet/>
      <dgm:spPr/>
      <dgm:t>
        <a:bodyPr/>
        <a:lstStyle/>
        <a:p>
          <a:endParaRPr lang="es-ES"/>
        </a:p>
      </dgm:t>
    </dgm:pt>
    <dgm:pt modelId="{9864453E-E867-49F4-B8E6-95F3A93E4D52}" type="sibTrans" cxnId="{EC2A8C0D-34A4-493E-8C52-6EAD9E6B0121}">
      <dgm:prSet/>
      <dgm:spPr/>
      <dgm:t>
        <a:bodyPr/>
        <a:lstStyle/>
        <a:p>
          <a:endParaRPr lang="es-ES"/>
        </a:p>
      </dgm:t>
    </dgm:pt>
    <dgm:pt modelId="{AEC978E2-17C9-42B7-9CB8-33A0190EC0BF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Actualizar</a:t>
          </a:r>
          <a:endParaRPr lang="es-ES" sz="2400" b="1" dirty="0">
            <a:solidFill>
              <a:schemeClr val="tx1"/>
            </a:solidFill>
          </a:endParaRPr>
        </a:p>
      </dgm:t>
    </dgm:pt>
    <dgm:pt modelId="{AFBE0F14-3E63-460F-B564-63084C71E1E2}" type="parTrans" cxnId="{F7A5884E-715A-44A2-9820-CA1C775B09A2}">
      <dgm:prSet/>
      <dgm:spPr/>
      <dgm:t>
        <a:bodyPr/>
        <a:lstStyle/>
        <a:p>
          <a:endParaRPr lang="es-ES"/>
        </a:p>
      </dgm:t>
    </dgm:pt>
    <dgm:pt modelId="{CB361207-5CEA-4E0F-95C0-007AE838A06B}" type="sibTrans" cxnId="{F7A5884E-715A-44A2-9820-CA1C775B09A2}">
      <dgm:prSet/>
      <dgm:spPr/>
      <dgm:t>
        <a:bodyPr/>
        <a:lstStyle/>
        <a:p>
          <a:endParaRPr lang="es-ES"/>
        </a:p>
      </dgm:t>
    </dgm:pt>
    <dgm:pt modelId="{B9DC2776-6FFC-4FCB-BE06-1062FDF5503C}">
      <dgm:prSet phldrT="[Texto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Eliminar</a:t>
          </a:r>
          <a:endParaRPr lang="es-ES" sz="2400" b="1" dirty="0">
            <a:solidFill>
              <a:schemeClr val="tx1"/>
            </a:solidFill>
          </a:endParaRPr>
        </a:p>
      </dgm:t>
    </dgm:pt>
    <dgm:pt modelId="{F5B44CEF-C872-4B57-BDA2-EF195B092094}" type="parTrans" cxnId="{5F2676D7-2290-438E-A5CE-A6B7FBDFBF4E}">
      <dgm:prSet/>
      <dgm:spPr/>
      <dgm:t>
        <a:bodyPr/>
        <a:lstStyle/>
        <a:p>
          <a:endParaRPr lang="es-ES"/>
        </a:p>
      </dgm:t>
    </dgm:pt>
    <dgm:pt modelId="{CEB95FD8-88D6-415D-9BDE-FBDF6124B143}" type="sibTrans" cxnId="{5F2676D7-2290-438E-A5CE-A6B7FBDFBF4E}">
      <dgm:prSet/>
      <dgm:spPr/>
      <dgm:t>
        <a:bodyPr/>
        <a:lstStyle/>
        <a:p>
          <a:endParaRPr lang="es-ES"/>
        </a:p>
      </dgm:t>
    </dgm:pt>
    <dgm:pt modelId="{A1394BE1-0704-4A06-AF77-49487B2944D4}">
      <dgm:prSet phldrT="[Texto]" phldr="0" custT="1"/>
      <dgm:spPr/>
      <dgm:t>
        <a:bodyPr/>
        <a:lstStyle/>
        <a:p>
          <a:r>
            <a:rPr lang="es-ES" sz="2400" b="1" i="0" noProof="0" dirty="0" err="1">
              <a:solidFill>
                <a:schemeClr val="tx1"/>
              </a:solidFill>
              <a:effectLst/>
              <a:latin typeface="quote-cjk-patch"/>
            </a:rPr>
            <a:t>Múlti</a:t>
          </a: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-consulta</a:t>
          </a:r>
          <a:endParaRPr lang="es-ES" sz="2400" b="1" dirty="0">
            <a:solidFill>
              <a:schemeClr val="tx1"/>
            </a:solidFill>
          </a:endParaRPr>
        </a:p>
      </dgm:t>
    </dgm:pt>
    <dgm:pt modelId="{6DA74456-32DA-4849-91BF-1DFB7247B9BE}" type="parTrans" cxnId="{1004F217-5B23-4E13-AF6F-59A796A8F8D3}">
      <dgm:prSet/>
      <dgm:spPr/>
      <dgm:t>
        <a:bodyPr/>
        <a:lstStyle/>
        <a:p>
          <a:endParaRPr lang="es-ES"/>
        </a:p>
      </dgm:t>
    </dgm:pt>
    <dgm:pt modelId="{42C2DF3C-0814-46F6-B07C-6BF2980A5AAF}" type="sibTrans" cxnId="{1004F217-5B23-4E13-AF6F-59A796A8F8D3}">
      <dgm:prSet/>
      <dgm:spPr/>
      <dgm:t>
        <a:bodyPr/>
        <a:lstStyle/>
        <a:p>
          <a:endParaRPr lang="es-ES"/>
        </a:p>
      </dgm:t>
    </dgm:pt>
    <dgm:pt modelId="{93C65245-0933-4E90-9915-48E378644556}">
      <dgm:prSet phldrT="[Texto]" phldr="0" custT="1"/>
      <dgm:spPr/>
      <dgm:t>
        <a:bodyPr/>
        <a:lstStyle/>
        <a:p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 </a:t>
          </a:r>
          <a:r>
            <a:rPr lang="es-ES" sz="2400" b="1" i="0" noProof="0" dirty="0" err="1">
              <a:solidFill>
                <a:schemeClr val="tx1"/>
              </a:solidFill>
              <a:effectLst/>
              <a:latin typeface="quote-cjk-patch"/>
            </a:rPr>
            <a:t>Múlti</a:t>
          </a:r>
          <a:r>
            <a:rPr lang="es-ES" sz="2400" b="1" i="0" noProof="0" dirty="0">
              <a:solidFill>
                <a:schemeClr val="tx1"/>
              </a:solidFill>
              <a:effectLst/>
              <a:latin typeface="quote-cjk-patch"/>
            </a:rPr>
            <a:t>-filtrado</a:t>
          </a:r>
          <a:endParaRPr lang="es-ES" sz="2400" b="1" dirty="0">
            <a:solidFill>
              <a:schemeClr val="tx1"/>
            </a:solidFill>
          </a:endParaRPr>
        </a:p>
      </dgm:t>
    </dgm:pt>
    <dgm:pt modelId="{2761FDE7-12E6-43FA-8E8B-5CB3CC5AC0E6}" type="parTrans" cxnId="{00D860ED-583D-4F26-A51A-A03427818A8F}">
      <dgm:prSet/>
      <dgm:spPr/>
      <dgm:t>
        <a:bodyPr/>
        <a:lstStyle/>
        <a:p>
          <a:endParaRPr lang="es-ES"/>
        </a:p>
      </dgm:t>
    </dgm:pt>
    <dgm:pt modelId="{67FA35C0-9119-4ED5-B542-EF75101CF201}" type="sibTrans" cxnId="{00D860ED-583D-4F26-A51A-A03427818A8F}">
      <dgm:prSet/>
      <dgm:spPr/>
      <dgm:t>
        <a:bodyPr/>
        <a:lstStyle/>
        <a:p>
          <a:endParaRPr lang="es-ES"/>
        </a:p>
      </dgm:t>
    </dgm:pt>
    <dgm:pt modelId="{02177200-1856-494A-975F-E42953E3C0A3}">
      <dgm:prSet phldrT="[Texto]" phldr="0" custT="1"/>
      <dgm:spPr/>
      <dgm:t>
        <a:bodyPr/>
        <a:lstStyle/>
        <a:p>
          <a:r>
            <a:rPr lang="es-ES" sz="2400" b="1" dirty="0" err="1">
              <a:solidFill>
                <a:schemeClr val="tx1"/>
              </a:solidFill>
            </a:rPr>
            <a:t>Estadisticas</a:t>
          </a:r>
          <a:endParaRPr lang="es-ES" sz="2400" b="1" dirty="0">
            <a:solidFill>
              <a:schemeClr val="tx1"/>
            </a:solidFill>
          </a:endParaRPr>
        </a:p>
      </dgm:t>
    </dgm:pt>
    <dgm:pt modelId="{DA127B36-BCF7-474C-9063-6C6A5F1FC845}" type="parTrans" cxnId="{9FEBFB26-89FC-432A-8DBC-AEFD593CB085}">
      <dgm:prSet/>
      <dgm:spPr/>
      <dgm:t>
        <a:bodyPr/>
        <a:lstStyle/>
        <a:p>
          <a:endParaRPr lang="es-ES"/>
        </a:p>
      </dgm:t>
    </dgm:pt>
    <dgm:pt modelId="{6E1E4F51-FF29-4A9D-A7BB-746256F652D5}" type="sibTrans" cxnId="{9FEBFB26-89FC-432A-8DBC-AEFD593CB085}">
      <dgm:prSet/>
      <dgm:spPr/>
      <dgm:t>
        <a:bodyPr/>
        <a:lstStyle/>
        <a:p>
          <a:endParaRPr lang="es-ES"/>
        </a:p>
      </dgm:t>
    </dgm:pt>
    <dgm:pt modelId="{3065005A-A040-4923-9CCC-74624D03C6E6}" type="pres">
      <dgm:prSet presAssocID="{3D9B626A-1D7C-4667-9392-419C01BBF76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F99A463-1BDD-4EEB-8B8F-96BF33584571}" type="pres">
      <dgm:prSet presAssocID="{402EC08B-7E88-4437-92F7-4D198F2EE57F}" presName="root1" presStyleCnt="0"/>
      <dgm:spPr/>
    </dgm:pt>
    <dgm:pt modelId="{160D7EDD-559C-40A8-8DEB-369F98B03A31}" type="pres">
      <dgm:prSet presAssocID="{402EC08B-7E88-4437-92F7-4D198F2EE57F}" presName="LevelOneTextNode" presStyleLbl="node0" presStyleIdx="0" presStyleCnt="1" custScaleX="514341" custScaleY="311355" custLinFactX="-95216" custLinFactY="-12068" custLinFactNeighborX="-100000" custLinFactNeighborY="-100000">
        <dgm:presLayoutVars>
          <dgm:chPref val="3"/>
        </dgm:presLayoutVars>
      </dgm:prSet>
      <dgm:spPr/>
    </dgm:pt>
    <dgm:pt modelId="{DB97D87E-F477-42D8-94CE-33D4EF853F16}" type="pres">
      <dgm:prSet presAssocID="{402EC08B-7E88-4437-92F7-4D198F2EE57F}" presName="level2hierChild" presStyleCnt="0"/>
      <dgm:spPr/>
    </dgm:pt>
    <dgm:pt modelId="{77B0C23C-E99A-449D-A963-43236799EBD4}" type="pres">
      <dgm:prSet presAssocID="{2B1F80C7-1769-457C-8470-3F7016B12A63}" presName="conn2-1" presStyleLbl="parChTrans1D2" presStyleIdx="0" presStyleCnt="5"/>
      <dgm:spPr/>
    </dgm:pt>
    <dgm:pt modelId="{C5D98D29-749D-419B-9FB3-730AA2184CB4}" type="pres">
      <dgm:prSet presAssocID="{2B1F80C7-1769-457C-8470-3F7016B12A63}" presName="connTx" presStyleLbl="parChTrans1D2" presStyleIdx="0" presStyleCnt="5"/>
      <dgm:spPr/>
    </dgm:pt>
    <dgm:pt modelId="{781A53E8-5A21-4771-9D31-33F8C948E1FD}" type="pres">
      <dgm:prSet presAssocID="{ADA957C8-6C75-4E05-B223-817540E6ABA6}" presName="root2" presStyleCnt="0"/>
      <dgm:spPr/>
    </dgm:pt>
    <dgm:pt modelId="{E2727373-5816-4678-A315-BD88E61336CB}" type="pres">
      <dgm:prSet presAssocID="{ADA957C8-6C75-4E05-B223-817540E6ABA6}" presName="LevelTwoTextNode" presStyleLbl="node2" presStyleIdx="0" presStyleCnt="5" custScaleX="435969" custScaleY="311012" custLinFactNeighborX="3097" custLinFactNeighborY="80521">
        <dgm:presLayoutVars>
          <dgm:chPref val="3"/>
        </dgm:presLayoutVars>
      </dgm:prSet>
      <dgm:spPr/>
    </dgm:pt>
    <dgm:pt modelId="{99DDB67C-1A96-40A1-8DD8-8DFD90B07347}" type="pres">
      <dgm:prSet presAssocID="{ADA957C8-6C75-4E05-B223-817540E6ABA6}" presName="level3hierChild" presStyleCnt="0"/>
      <dgm:spPr/>
    </dgm:pt>
    <dgm:pt modelId="{6C8EE26D-D833-4E81-A434-7CE1909E02E2}" type="pres">
      <dgm:prSet presAssocID="{0F356BD2-3CEF-480C-ABFE-60BA3CB24B85}" presName="conn2-1" presStyleLbl="parChTrans1D3" presStyleIdx="0" presStyleCnt="6"/>
      <dgm:spPr/>
    </dgm:pt>
    <dgm:pt modelId="{3850BBAC-639A-4ECE-A22D-FAC82EBB4DF9}" type="pres">
      <dgm:prSet presAssocID="{0F356BD2-3CEF-480C-ABFE-60BA3CB24B85}" presName="connTx" presStyleLbl="parChTrans1D3" presStyleIdx="0" presStyleCnt="6"/>
      <dgm:spPr/>
    </dgm:pt>
    <dgm:pt modelId="{AFF3A64E-52F9-480B-8D66-595277168354}" type="pres">
      <dgm:prSet presAssocID="{51346592-393D-4304-A322-EC600EC3D16B}" presName="root2" presStyleCnt="0"/>
      <dgm:spPr/>
    </dgm:pt>
    <dgm:pt modelId="{7DB07D53-9BF8-462F-AD7C-095A649BAB25}" type="pres">
      <dgm:prSet presAssocID="{51346592-393D-4304-A322-EC600EC3D16B}" presName="LevelTwoTextNode" presStyleLbl="node3" presStyleIdx="0" presStyleCnt="6" custScaleX="1503256" custScaleY="311012" custLinFactNeighborX="99103" custLinFactNeighborY="68133">
        <dgm:presLayoutVars>
          <dgm:chPref val="3"/>
        </dgm:presLayoutVars>
      </dgm:prSet>
      <dgm:spPr/>
    </dgm:pt>
    <dgm:pt modelId="{5EB180B2-763E-49C8-9B5E-64DB94D206FF}" type="pres">
      <dgm:prSet presAssocID="{51346592-393D-4304-A322-EC600EC3D16B}" presName="level3hierChild" presStyleCnt="0"/>
      <dgm:spPr/>
    </dgm:pt>
    <dgm:pt modelId="{94D8CE92-5384-4D7C-93DF-C286A8F5D4D4}" type="pres">
      <dgm:prSet presAssocID="{EF11AE0C-495D-4EF2-A0DE-851BFB81B60E}" presName="conn2-1" presStyleLbl="parChTrans1D2" presStyleIdx="1" presStyleCnt="5"/>
      <dgm:spPr/>
    </dgm:pt>
    <dgm:pt modelId="{8C741A4B-E061-4F20-A3E7-5A1BCE4C5704}" type="pres">
      <dgm:prSet presAssocID="{EF11AE0C-495D-4EF2-A0DE-851BFB81B60E}" presName="connTx" presStyleLbl="parChTrans1D2" presStyleIdx="1" presStyleCnt="5"/>
      <dgm:spPr/>
    </dgm:pt>
    <dgm:pt modelId="{84BB4398-1685-456C-B1EF-7AE9446DE331}" type="pres">
      <dgm:prSet presAssocID="{438DE5E2-2349-4F80-88E1-197C85877F75}" presName="root2" presStyleCnt="0"/>
      <dgm:spPr/>
    </dgm:pt>
    <dgm:pt modelId="{770A1F40-616F-4FE9-A36C-6E7933737B2B}" type="pres">
      <dgm:prSet presAssocID="{438DE5E2-2349-4F80-88E1-197C85877F75}" presName="LevelTwoTextNode" presStyleLbl="node2" presStyleIdx="1" presStyleCnt="5" custScaleX="479444" custScaleY="311012" custLinFactY="100000" custLinFactNeighborX="-6253" custLinFactNeighborY="198674">
        <dgm:presLayoutVars>
          <dgm:chPref val="3"/>
        </dgm:presLayoutVars>
      </dgm:prSet>
      <dgm:spPr/>
    </dgm:pt>
    <dgm:pt modelId="{D522566E-48E5-4D4F-8E16-9914262E132F}" type="pres">
      <dgm:prSet presAssocID="{438DE5E2-2349-4F80-88E1-197C85877F75}" presName="level3hierChild" presStyleCnt="0"/>
      <dgm:spPr/>
    </dgm:pt>
    <dgm:pt modelId="{EFC4B4C0-C059-4393-A112-A2F1AA70A178}" type="pres">
      <dgm:prSet presAssocID="{41F4EABC-A410-41AD-91FF-C5336BE4250F}" presName="conn2-1" presStyleLbl="parChTrans1D3" presStyleIdx="1" presStyleCnt="6"/>
      <dgm:spPr/>
    </dgm:pt>
    <dgm:pt modelId="{0AB5344A-8CD0-4E7A-BE79-004753651426}" type="pres">
      <dgm:prSet presAssocID="{41F4EABC-A410-41AD-91FF-C5336BE4250F}" presName="connTx" presStyleLbl="parChTrans1D3" presStyleIdx="1" presStyleCnt="6"/>
      <dgm:spPr/>
    </dgm:pt>
    <dgm:pt modelId="{9778E3DE-A3CD-4E13-A0A2-85F141FDA122}" type="pres">
      <dgm:prSet presAssocID="{617874AF-9A7E-46EC-ACC6-5B70D97FE5CB}" presName="root2" presStyleCnt="0"/>
      <dgm:spPr/>
    </dgm:pt>
    <dgm:pt modelId="{94E8D218-10E8-48A8-A816-1C45C3FBCBB9}" type="pres">
      <dgm:prSet presAssocID="{617874AF-9A7E-46EC-ACC6-5B70D97FE5CB}" presName="LevelTwoTextNode" presStyleLbl="node3" presStyleIdx="1" presStyleCnt="6" custScaleX="1170509" custScaleY="311012" custLinFactY="100000" custLinFactNeighborX="86715" custLinFactNeighborY="198674">
        <dgm:presLayoutVars>
          <dgm:chPref val="3"/>
        </dgm:presLayoutVars>
      </dgm:prSet>
      <dgm:spPr/>
    </dgm:pt>
    <dgm:pt modelId="{79A92145-3FE9-4481-B717-A16737F8C3A8}" type="pres">
      <dgm:prSet presAssocID="{617874AF-9A7E-46EC-ACC6-5B70D97FE5CB}" presName="level3hierChild" presStyleCnt="0"/>
      <dgm:spPr/>
    </dgm:pt>
    <dgm:pt modelId="{7E287867-9DB9-411B-9ACA-C7153D3E7B46}" type="pres">
      <dgm:prSet presAssocID="{A4D3E880-D54E-4319-AEC3-B9F7B35B1DF5}" presName="conn2-1" presStyleLbl="parChTrans1D2" presStyleIdx="2" presStyleCnt="5"/>
      <dgm:spPr/>
    </dgm:pt>
    <dgm:pt modelId="{C9FF7B0B-72DA-4378-9BBD-69B2EE80F154}" type="pres">
      <dgm:prSet presAssocID="{A4D3E880-D54E-4319-AEC3-B9F7B35B1DF5}" presName="connTx" presStyleLbl="parChTrans1D2" presStyleIdx="2" presStyleCnt="5"/>
      <dgm:spPr/>
    </dgm:pt>
    <dgm:pt modelId="{E1506AD2-CBF3-4293-BCC9-F74226C6000D}" type="pres">
      <dgm:prSet presAssocID="{46D8507F-AB58-4FC6-8904-EB8CE2D64353}" presName="root2" presStyleCnt="0"/>
      <dgm:spPr/>
    </dgm:pt>
    <dgm:pt modelId="{67E0589D-050F-4345-836D-B03B5614D2AF}" type="pres">
      <dgm:prSet presAssocID="{46D8507F-AB58-4FC6-8904-EB8CE2D64353}" presName="LevelTwoTextNode" presStyleLbl="node2" presStyleIdx="2" presStyleCnt="5" custScaleX="514341" custScaleY="311355">
        <dgm:presLayoutVars>
          <dgm:chPref val="3"/>
        </dgm:presLayoutVars>
      </dgm:prSet>
      <dgm:spPr/>
    </dgm:pt>
    <dgm:pt modelId="{605993E1-B770-4C45-9133-2A6C402B7933}" type="pres">
      <dgm:prSet presAssocID="{46D8507F-AB58-4FC6-8904-EB8CE2D64353}" presName="level3hierChild" presStyleCnt="0"/>
      <dgm:spPr/>
    </dgm:pt>
    <dgm:pt modelId="{8C88B71F-0BA0-44EA-A313-7772101FC49A}" type="pres">
      <dgm:prSet presAssocID="{671B3479-A6D4-4D54-8251-F1EFC2573147}" presName="conn2-1" presStyleLbl="parChTrans1D3" presStyleIdx="2" presStyleCnt="6"/>
      <dgm:spPr/>
    </dgm:pt>
    <dgm:pt modelId="{DB17D9F0-4850-46DC-9BE4-D5EBBDD33ED5}" type="pres">
      <dgm:prSet presAssocID="{671B3479-A6D4-4D54-8251-F1EFC2573147}" presName="connTx" presStyleLbl="parChTrans1D3" presStyleIdx="2" presStyleCnt="6"/>
      <dgm:spPr/>
    </dgm:pt>
    <dgm:pt modelId="{F218D656-6BB5-4697-B8AF-6E2D4BD2309A}" type="pres">
      <dgm:prSet presAssocID="{3E2B7F65-2866-4193-84A7-CE5F143588D4}" presName="root2" presStyleCnt="0"/>
      <dgm:spPr/>
    </dgm:pt>
    <dgm:pt modelId="{7A0D98FA-9DB8-4EC5-B926-308C4EE4FF2E}" type="pres">
      <dgm:prSet presAssocID="{3E2B7F65-2866-4193-84A7-CE5F143588D4}" presName="LevelTwoTextNode" presStyleLbl="node3" presStyleIdx="2" presStyleCnt="6" custScaleX="386451" custScaleY="311012" custLinFactX="463158" custLinFactNeighborX="500000" custLinFactNeighborY="-36794">
        <dgm:presLayoutVars>
          <dgm:chPref val="3"/>
        </dgm:presLayoutVars>
      </dgm:prSet>
      <dgm:spPr/>
    </dgm:pt>
    <dgm:pt modelId="{4C532E75-5C1D-4B60-AB33-1945D9CD2811}" type="pres">
      <dgm:prSet presAssocID="{3E2B7F65-2866-4193-84A7-CE5F143588D4}" presName="level3hierChild" presStyleCnt="0"/>
      <dgm:spPr/>
    </dgm:pt>
    <dgm:pt modelId="{77B57A39-B6B8-49E6-A15F-8FA42620A016}" type="pres">
      <dgm:prSet presAssocID="{21B10F8D-7382-49D6-86D2-97856D99F35B}" presName="conn2-1" presStyleLbl="parChTrans1D4" presStyleIdx="0" presStyleCnt="4"/>
      <dgm:spPr/>
    </dgm:pt>
    <dgm:pt modelId="{FC67DAE0-8E82-48BC-B926-75520FBE0EFB}" type="pres">
      <dgm:prSet presAssocID="{21B10F8D-7382-49D6-86D2-97856D99F35B}" presName="connTx" presStyleLbl="parChTrans1D4" presStyleIdx="0" presStyleCnt="4"/>
      <dgm:spPr/>
    </dgm:pt>
    <dgm:pt modelId="{7513C982-9CF7-46A5-8877-926984086A32}" type="pres">
      <dgm:prSet presAssocID="{AFF1DAEF-8547-40A1-AEA5-694FD75E80A6}" presName="root2" presStyleCnt="0"/>
      <dgm:spPr/>
    </dgm:pt>
    <dgm:pt modelId="{58FB1178-47B1-4A8C-A68C-1752C069A322}" type="pres">
      <dgm:prSet presAssocID="{AFF1DAEF-8547-40A1-AEA5-694FD75E80A6}" presName="LevelTwoTextNode" presStyleLbl="node4" presStyleIdx="0" presStyleCnt="4" custScaleX="582358" custScaleY="311012" custLinFactX="463158" custLinFactNeighborX="500000" custLinFactNeighborY="-36794">
        <dgm:presLayoutVars>
          <dgm:chPref val="3"/>
        </dgm:presLayoutVars>
      </dgm:prSet>
      <dgm:spPr/>
    </dgm:pt>
    <dgm:pt modelId="{9FDD8D55-50B9-448D-A339-C58A29981C0D}" type="pres">
      <dgm:prSet presAssocID="{AFF1DAEF-8547-40A1-AEA5-694FD75E80A6}" presName="level3hierChild" presStyleCnt="0"/>
      <dgm:spPr/>
    </dgm:pt>
    <dgm:pt modelId="{413540A0-3B32-4BBF-8C93-546DC80ACF5D}" type="pres">
      <dgm:prSet presAssocID="{01A8B844-30A5-41A3-B059-650D831964AE}" presName="conn2-1" presStyleLbl="parChTrans1D4" presStyleIdx="1" presStyleCnt="4"/>
      <dgm:spPr/>
    </dgm:pt>
    <dgm:pt modelId="{6E282C3B-CC76-4C13-A9ED-BFE426472F40}" type="pres">
      <dgm:prSet presAssocID="{01A8B844-30A5-41A3-B059-650D831964AE}" presName="connTx" presStyleLbl="parChTrans1D4" presStyleIdx="1" presStyleCnt="4"/>
      <dgm:spPr/>
    </dgm:pt>
    <dgm:pt modelId="{21D91001-C767-4C6A-B40E-A341FF84CA97}" type="pres">
      <dgm:prSet presAssocID="{5FDA8BC7-177E-468B-86D6-B85FC31821BC}" presName="root2" presStyleCnt="0"/>
      <dgm:spPr/>
    </dgm:pt>
    <dgm:pt modelId="{81E1A518-5EBB-4304-9A22-43A84A42179E}" type="pres">
      <dgm:prSet presAssocID="{5FDA8BC7-177E-468B-86D6-B85FC31821BC}" presName="LevelTwoTextNode" presStyleLbl="node4" presStyleIdx="1" presStyleCnt="4" custScaleX="582358" custScaleY="311012" custLinFactX="463158" custLinFactNeighborX="500000" custLinFactNeighborY="-36794">
        <dgm:presLayoutVars>
          <dgm:chPref val="3"/>
        </dgm:presLayoutVars>
      </dgm:prSet>
      <dgm:spPr/>
    </dgm:pt>
    <dgm:pt modelId="{9A0D81BC-2ABE-4EB6-AE33-B39C5AE6C8E8}" type="pres">
      <dgm:prSet presAssocID="{5FDA8BC7-177E-468B-86D6-B85FC31821BC}" presName="level3hierChild" presStyleCnt="0"/>
      <dgm:spPr/>
    </dgm:pt>
    <dgm:pt modelId="{0E84BDFA-29CD-4CBD-8404-4026363AED00}" type="pres">
      <dgm:prSet presAssocID="{AFBE0F14-3E63-460F-B564-63084C71E1E2}" presName="conn2-1" presStyleLbl="parChTrans1D4" presStyleIdx="2" presStyleCnt="4"/>
      <dgm:spPr/>
    </dgm:pt>
    <dgm:pt modelId="{F60F2746-78CD-4133-BE0F-65B09BA8DA93}" type="pres">
      <dgm:prSet presAssocID="{AFBE0F14-3E63-460F-B564-63084C71E1E2}" presName="connTx" presStyleLbl="parChTrans1D4" presStyleIdx="2" presStyleCnt="4"/>
      <dgm:spPr/>
    </dgm:pt>
    <dgm:pt modelId="{5BF32C8E-2BDA-4711-B8A0-2B2AAFD7563E}" type="pres">
      <dgm:prSet presAssocID="{AEC978E2-17C9-42B7-9CB8-33A0190EC0BF}" presName="root2" presStyleCnt="0"/>
      <dgm:spPr/>
    </dgm:pt>
    <dgm:pt modelId="{7C39D744-9B8B-4D61-A7E2-399B75D43D69}" type="pres">
      <dgm:prSet presAssocID="{AEC978E2-17C9-42B7-9CB8-33A0190EC0BF}" presName="LevelTwoTextNode" presStyleLbl="node4" presStyleIdx="2" presStyleCnt="4" custScaleX="582358" custScaleY="311012" custLinFactX="463158" custLinFactNeighborX="500000" custLinFactNeighborY="-36794">
        <dgm:presLayoutVars>
          <dgm:chPref val="3"/>
        </dgm:presLayoutVars>
      </dgm:prSet>
      <dgm:spPr/>
    </dgm:pt>
    <dgm:pt modelId="{636C4615-B860-465C-8765-086BFA9C66EB}" type="pres">
      <dgm:prSet presAssocID="{AEC978E2-17C9-42B7-9CB8-33A0190EC0BF}" presName="level3hierChild" presStyleCnt="0"/>
      <dgm:spPr/>
    </dgm:pt>
    <dgm:pt modelId="{0C237BF3-84B8-41B6-BF39-CB00CE816DC6}" type="pres">
      <dgm:prSet presAssocID="{F5B44CEF-C872-4B57-BDA2-EF195B092094}" presName="conn2-1" presStyleLbl="parChTrans1D4" presStyleIdx="3" presStyleCnt="4"/>
      <dgm:spPr/>
    </dgm:pt>
    <dgm:pt modelId="{3E28DAA2-0E07-440E-B993-D04C421CE012}" type="pres">
      <dgm:prSet presAssocID="{F5B44CEF-C872-4B57-BDA2-EF195B092094}" presName="connTx" presStyleLbl="parChTrans1D4" presStyleIdx="3" presStyleCnt="4"/>
      <dgm:spPr/>
    </dgm:pt>
    <dgm:pt modelId="{211C38EF-F580-4974-9167-A702BB4A597B}" type="pres">
      <dgm:prSet presAssocID="{B9DC2776-6FFC-4FCB-BE06-1062FDF5503C}" presName="root2" presStyleCnt="0"/>
      <dgm:spPr/>
    </dgm:pt>
    <dgm:pt modelId="{2F5FD4FF-3FE6-4B63-9680-1AC1B5564FBC}" type="pres">
      <dgm:prSet presAssocID="{B9DC2776-6FFC-4FCB-BE06-1062FDF5503C}" presName="LevelTwoTextNode" presStyleLbl="node4" presStyleIdx="3" presStyleCnt="4" custScaleX="582358" custScaleY="311012" custLinFactX="463158" custLinFactNeighborX="500000" custLinFactNeighborY="-36794">
        <dgm:presLayoutVars>
          <dgm:chPref val="3"/>
        </dgm:presLayoutVars>
      </dgm:prSet>
      <dgm:spPr/>
    </dgm:pt>
    <dgm:pt modelId="{BDEDA543-4B89-4BC1-80C7-7E40B21A8FDE}" type="pres">
      <dgm:prSet presAssocID="{B9DC2776-6FFC-4FCB-BE06-1062FDF5503C}" presName="level3hierChild" presStyleCnt="0"/>
      <dgm:spPr/>
    </dgm:pt>
    <dgm:pt modelId="{B066B7F2-354A-41C9-8C75-980D38EAFCC0}" type="pres">
      <dgm:prSet presAssocID="{1FEA7C41-C60C-48B8-ABC9-D60D2CDCC7E3}" presName="conn2-1" presStyleLbl="parChTrans1D2" presStyleIdx="3" presStyleCnt="5"/>
      <dgm:spPr/>
    </dgm:pt>
    <dgm:pt modelId="{0D93D284-EA15-4C99-9EA8-1C98156BB606}" type="pres">
      <dgm:prSet presAssocID="{1FEA7C41-C60C-48B8-ABC9-D60D2CDCC7E3}" presName="connTx" presStyleLbl="parChTrans1D2" presStyleIdx="3" presStyleCnt="5"/>
      <dgm:spPr/>
    </dgm:pt>
    <dgm:pt modelId="{B7E200D5-74BE-44B5-917A-76ADC258FD01}" type="pres">
      <dgm:prSet presAssocID="{ED14765F-9EE7-48C2-9789-A88A707D141F}" presName="root2" presStyleCnt="0"/>
      <dgm:spPr/>
    </dgm:pt>
    <dgm:pt modelId="{88821B0D-22CF-4999-8DC3-0EC14FC3B627}" type="pres">
      <dgm:prSet presAssocID="{ED14765F-9EE7-48C2-9789-A88A707D141F}" presName="LevelTwoTextNode" presStyleLbl="node2" presStyleIdx="3" presStyleCnt="5" custScaleX="527152" custScaleY="311012" custLinFactX="51752" custLinFactY="-100000" custLinFactNeighborX="100000" custLinFactNeighborY="-131398">
        <dgm:presLayoutVars>
          <dgm:chPref val="3"/>
        </dgm:presLayoutVars>
      </dgm:prSet>
      <dgm:spPr/>
    </dgm:pt>
    <dgm:pt modelId="{99F13BFD-0E26-4664-A2EA-9E2F70E0B58B}" type="pres">
      <dgm:prSet presAssocID="{ED14765F-9EE7-48C2-9789-A88A707D141F}" presName="level3hierChild" presStyleCnt="0"/>
      <dgm:spPr/>
    </dgm:pt>
    <dgm:pt modelId="{59E4C104-E376-4495-AD35-641C7AA8B0B0}" type="pres">
      <dgm:prSet presAssocID="{6DA74456-32DA-4849-91BF-1DFB7247B9BE}" presName="conn2-1" presStyleLbl="parChTrans1D3" presStyleIdx="3" presStyleCnt="6"/>
      <dgm:spPr/>
    </dgm:pt>
    <dgm:pt modelId="{76367508-B45D-4685-ACC9-E6F2B563A1EE}" type="pres">
      <dgm:prSet presAssocID="{6DA74456-32DA-4849-91BF-1DFB7247B9BE}" presName="connTx" presStyleLbl="parChTrans1D3" presStyleIdx="3" presStyleCnt="6"/>
      <dgm:spPr/>
    </dgm:pt>
    <dgm:pt modelId="{C0731948-88D1-42DE-A050-119BE82C56FC}" type="pres">
      <dgm:prSet presAssocID="{A1394BE1-0704-4A06-AF77-49487B2944D4}" presName="root2" presStyleCnt="0"/>
      <dgm:spPr/>
    </dgm:pt>
    <dgm:pt modelId="{68CDC827-C5B4-4F5F-A10A-E58D157DA73B}" type="pres">
      <dgm:prSet presAssocID="{A1394BE1-0704-4A06-AF77-49487B2944D4}" presName="LevelTwoTextNode" presStyleLbl="node3" presStyleIdx="3" presStyleCnt="6" custScaleX="746480" custScaleY="311012" custLinFactX="51752" custLinFactY="-100000" custLinFactNeighborX="100000" custLinFactNeighborY="-131398">
        <dgm:presLayoutVars>
          <dgm:chPref val="3"/>
        </dgm:presLayoutVars>
      </dgm:prSet>
      <dgm:spPr/>
    </dgm:pt>
    <dgm:pt modelId="{8CE3C710-15D7-4D77-A37B-FF755F0D3E18}" type="pres">
      <dgm:prSet presAssocID="{A1394BE1-0704-4A06-AF77-49487B2944D4}" presName="level3hierChild" presStyleCnt="0"/>
      <dgm:spPr/>
    </dgm:pt>
    <dgm:pt modelId="{803B0660-D223-4836-B13E-DD89051E41B9}" type="pres">
      <dgm:prSet presAssocID="{2761FDE7-12E6-43FA-8E8B-5CB3CC5AC0E6}" presName="conn2-1" presStyleLbl="parChTrans1D3" presStyleIdx="4" presStyleCnt="6"/>
      <dgm:spPr/>
    </dgm:pt>
    <dgm:pt modelId="{4C982B4D-C0E6-4668-AF48-3262819A823C}" type="pres">
      <dgm:prSet presAssocID="{2761FDE7-12E6-43FA-8E8B-5CB3CC5AC0E6}" presName="connTx" presStyleLbl="parChTrans1D3" presStyleIdx="4" presStyleCnt="6"/>
      <dgm:spPr/>
    </dgm:pt>
    <dgm:pt modelId="{5889BC3C-1659-4CB9-B8CB-8F8176D37777}" type="pres">
      <dgm:prSet presAssocID="{93C65245-0933-4E90-9915-48E378644556}" presName="root2" presStyleCnt="0"/>
      <dgm:spPr/>
    </dgm:pt>
    <dgm:pt modelId="{91D214A7-6980-4CC7-8BD8-9D9F3580167F}" type="pres">
      <dgm:prSet presAssocID="{93C65245-0933-4E90-9915-48E378644556}" presName="LevelTwoTextNode" presStyleLbl="node3" presStyleIdx="4" presStyleCnt="6" custScaleX="746480" custScaleY="311012" custLinFactX="51752" custLinFactY="-100000" custLinFactNeighborX="100000" custLinFactNeighborY="-131398">
        <dgm:presLayoutVars>
          <dgm:chPref val="3"/>
        </dgm:presLayoutVars>
      </dgm:prSet>
      <dgm:spPr/>
    </dgm:pt>
    <dgm:pt modelId="{2FF9D36D-D344-4C54-9672-89A95D8E473C}" type="pres">
      <dgm:prSet presAssocID="{93C65245-0933-4E90-9915-48E378644556}" presName="level3hierChild" presStyleCnt="0"/>
      <dgm:spPr/>
    </dgm:pt>
    <dgm:pt modelId="{A8E9CB8C-49FA-41D7-A9A1-6B602EF77C25}" type="pres">
      <dgm:prSet presAssocID="{4279069C-A181-444B-9309-38FEA67C9B4D}" presName="conn2-1" presStyleLbl="parChTrans1D2" presStyleIdx="4" presStyleCnt="5"/>
      <dgm:spPr/>
    </dgm:pt>
    <dgm:pt modelId="{3ABB949B-ED80-466C-A650-3D28F48AC94A}" type="pres">
      <dgm:prSet presAssocID="{4279069C-A181-444B-9309-38FEA67C9B4D}" presName="connTx" presStyleLbl="parChTrans1D2" presStyleIdx="4" presStyleCnt="5"/>
      <dgm:spPr/>
    </dgm:pt>
    <dgm:pt modelId="{34976B40-9387-49C3-B125-1EC2F5FD5F7F}" type="pres">
      <dgm:prSet presAssocID="{B5823FB3-CD88-4872-97DE-804DAB0F6B9B}" presName="root2" presStyleCnt="0"/>
      <dgm:spPr/>
    </dgm:pt>
    <dgm:pt modelId="{CD85DAC5-7F25-41F3-A542-6949379EDD6B}" type="pres">
      <dgm:prSet presAssocID="{B5823FB3-CD88-4872-97DE-804DAB0F6B9B}" presName="LevelTwoTextNode" presStyleLbl="node2" presStyleIdx="4" presStyleCnt="5" custScaleX="527152" custScaleY="311012" custLinFactX="48655" custLinFactY="-88473" custLinFactNeighborX="100000" custLinFactNeighborY="-100000">
        <dgm:presLayoutVars>
          <dgm:chPref val="3"/>
        </dgm:presLayoutVars>
      </dgm:prSet>
      <dgm:spPr/>
    </dgm:pt>
    <dgm:pt modelId="{E8309CF3-0271-4E33-83EC-4AA61C1291EF}" type="pres">
      <dgm:prSet presAssocID="{B5823FB3-CD88-4872-97DE-804DAB0F6B9B}" presName="level3hierChild" presStyleCnt="0"/>
      <dgm:spPr/>
    </dgm:pt>
    <dgm:pt modelId="{3D098497-30A5-44F0-AD28-C619AB9F64C9}" type="pres">
      <dgm:prSet presAssocID="{DA127B36-BCF7-474C-9063-6C6A5F1FC845}" presName="conn2-1" presStyleLbl="parChTrans1D3" presStyleIdx="5" presStyleCnt="6"/>
      <dgm:spPr/>
    </dgm:pt>
    <dgm:pt modelId="{DCCEBDCD-006E-4F5B-A16A-3A3B93D45843}" type="pres">
      <dgm:prSet presAssocID="{DA127B36-BCF7-474C-9063-6C6A5F1FC845}" presName="connTx" presStyleLbl="parChTrans1D3" presStyleIdx="5" presStyleCnt="6"/>
      <dgm:spPr/>
    </dgm:pt>
    <dgm:pt modelId="{9DCC3E29-E2EC-4E9B-A995-2C433CE92606}" type="pres">
      <dgm:prSet presAssocID="{02177200-1856-494A-975F-E42953E3C0A3}" presName="root2" presStyleCnt="0"/>
      <dgm:spPr/>
    </dgm:pt>
    <dgm:pt modelId="{2F49FFAB-0580-488E-AAA0-5190B751D0CB}" type="pres">
      <dgm:prSet presAssocID="{02177200-1856-494A-975F-E42953E3C0A3}" presName="LevelTwoTextNode" presStyleLbl="node3" presStyleIdx="5" presStyleCnt="6" custScaleX="1170509" custScaleY="311012" custLinFactX="48655" custLinFactY="-88473" custLinFactNeighborX="100000" custLinFactNeighborY="-100000">
        <dgm:presLayoutVars>
          <dgm:chPref val="3"/>
        </dgm:presLayoutVars>
      </dgm:prSet>
      <dgm:spPr/>
    </dgm:pt>
    <dgm:pt modelId="{0C2F87B0-BA4F-47E1-98E1-21BB01C55EE4}" type="pres">
      <dgm:prSet presAssocID="{02177200-1856-494A-975F-E42953E3C0A3}" presName="level3hierChild" presStyleCnt="0"/>
      <dgm:spPr/>
    </dgm:pt>
  </dgm:ptLst>
  <dgm:cxnLst>
    <dgm:cxn modelId="{EC2A8C0D-34A4-493E-8C52-6EAD9E6B0121}" srcId="{3E2B7F65-2866-4193-84A7-CE5F143588D4}" destId="{5FDA8BC7-177E-468B-86D6-B85FC31821BC}" srcOrd="1" destOrd="0" parTransId="{01A8B844-30A5-41A3-B059-650D831964AE}" sibTransId="{9864453E-E867-49F4-B8E6-95F3A93E4D52}"/>
    <dgm:cxn modelId="{69308910-34BB-44B7-BDD8-404C9A79BE12}" srcId="{ADA957C8-6C75-4E05-B223-817540E6ABA6}" destId="{51346592-393D-4304-A322-EC600EC3D16B}" srcOrd="0" destOrd="0" parTransId="{0F356BD2-3CEF-480C-ABFE-60BA3CB24B85}" sibTransId="{E7D582E7-7E30-44D1-B3F1-F64C48FA570F}"/>
    <dgm:cxn modelId="{6092B610-50A1-41CB-95C5-66F72B31E736}" type="presOf" srcId="{EF11AE0C-495D-4EF2-A0DE-851BFB81B60E}" destId="{94D8CE92-5384-4D7C-93DF-C286A8F5D4D4}" srcOrd="0" destOrd="0" presId="urn:microsoft.com/office/officeart/2005/8/layout/hierarchy2"/>
    <dgm:cxn modelId="{B6103711-67E4-4A10-9034-E3EB96793DC9}" type="presOf" srcId="{3D9B626A-1D7C-4667-9392-419C01BBF76C}" destId="{3065005A-A040-4923-9CCC-74624D03C6E6}" srcOrd="0" destOrd="0" presId="urn:microsoft.com/office/officeart/2005/8/layout/hierarchy2"/>
    <dgm:cxn modelId="{E147B212-727F-4500-AF75-90DF6F99D394}" type="presOf" srcId="{671B3479-A6D4-4D54-8251-F1EFC2573147}" destId="{8C88B71F-0BA0-44EA-A313-7772101FC49A}" srcOrd="0" destOrd="0" presId="urn:microsoft.com/office/officeart/2005/8/layout/hierarchy2"/>
    <dgm:cxn modelId="{6EC01714-5D5D-4BC2-89D7-4071C7A6812A}" type="presOf" srcId="{438DE5E2-2349-4F80-88E1-197C85877F75}" destId="{770A1F40-616F-4FE9-A36C-6E7933737B2B}" srcOrd="0" destOrd="0" presId="urn:microsoft.com/office/officeart/2005/8/layout/hierarchy2"/>
    <dgm:cxn modelId="{D8F76E15-DE88-4865-80A3-5354E2E2B5BE}" type="presOf" srcId="{2B1F80C7-1769-457C-8470-3F7016B12A63}" destId="{77B0C23C-E99A-449D-A963-43236799EBD4}" srcOrd="0" destOrd="0" presId="urn:microsoft.com/office/officeart/2005/8/layout/hierarchy2"/>
    <dgm:cxn modelId="{1004F217-5B23-4E13-AF6F-59A796A8F8D3}" srcId="{ED14765F-9EE7-48C2-9789-A88A707D141F}" destId="{A1394BE1-0704-4A06-AF77-49487B2944D4}" srcOrd="0" destOrd="0" parTransId="{6DA74456-32DA-4849-91BF-1DFB7247B9BE}" sibTransId="{42C2DF3C-0814-46F6-B07C-6BF2980A5AAF}"/>
    <dgm:cxn modelId="{D6028D19-2911-4B4C-8CED-D9279DB222A2}" type="presOf" srcId="{B9DC2776-6FFC-4FCB-BE06-1062FDF5503C}" destId="{2F5FD4FF-3FE6-4B63-9680-1AC1B5564FBC}" srcOrd="0" destOrd="0" presId="urn:microsoft.com/office/officeart/2005/8/layout/hierarchy2"/>
    <dgm:cxn modelId="{C3AB061D-29CE-4C6D-9A43-BF377BBC7BB5}" type="presOf" srcId="{2B1F80C7-1769-457C-8470-3F7016B12A63}" destId="{C5D98D29-749D-419B-9FB3-730AA2184CB4}" srcOrd="1" destOrd="0" presId="urn:microsoft.com/office/officeart/2005/8/layout/hierarchy2"/>
    <dgm:cxn modelId="{5CBE1F20-BCB9-4DDE-853D-D0BE25E85C90}" type="presOf" srcId="{21B10F8D-7382-49D6-86D2-97856D99F35B}" destId="{77B57A39-B6B8-49E6-A15F-8FA42620A016}" srcOrd="0" destOrd="0" presId="urn:microsoft.com/office/officeart/2005/8/layout/hierarchy2"/>
    <dgm:cxn modelId="{FE7DB522-5166-4131-9F36-161EE7E29FBF}" srcId="{3D9B626A-1D7C-4667-9392-419C01BBF76C}" destId="{402EC08B-7E88-4437-92F7-4D198F2EE57F}" srcOrd="0" destOrd="0" parTransId="{8E3E8700-78F4-4DED-8AAC-D45D81443A2C}" sibTransId="{99A7DBF4-D388-4CFB-9E9A-3B6D42EBD307}"/>
    <dgm:cxn modelId="{A8D81424-4635-40C4-B92B-6D04241A37C4}" type="presOf" srcId="{ED14765F-9EE7-48C2-9789-A88A707D141F}" destId="{88821B0D-22CF-4999-8DC3-0EC14FC3B627}" srcOrd="0" destOrd="0" presId="urn:microsoft.com/office/officeart/2005/8/layout/hierarchy2"/>
    <dgm:cxn modelId="{01B45B25-AEE5-4786-B4C2-D03306232D7A}" srcId="{402EC08B-7E88-4437-92F7-4D198F2EE57F}" destId="{B5823FB3-CD88-4872-97DE-804DAB0F6B9B}" srcOrd="4" destOrd="0" parTransId="{4279069C-A181-444B-9309-38FEA67C9B4D}" sibTransId="{D0283AA5-342F-478C-99CC-A048B2939158}"/>
    <dgm:cxn modelId="{9FEBFB26-89FC-432A-8DBC-AEFD593CB085}" srcId="{B5823FB3-CD88-4872-97DE-804DAB0F6B9B}" destId="{02177200-1856-494A-975F-E42953E3C0A3}" srcOrd="0" destOrd="0" parTransId="{DA127B36-BCF7-474C-9063-6C6A5F1FC845}" sibTransId="{6E1E4F51-FF29-4A9D-A7BB-746256F652D5}"/>
    <dgm:cxn modelId="{21E81D29-083A-412D-AB3A-6A773909C408}" type="presOf" srcId="{A1394BE1-0704-4A06-AF77-49487B2944D4}" destId="{68CDC827-C5B4-4F5F-A10A-E58D157DA73B}" srcOrd="0" destOrd="0" presId="urn:microsoft.com/office/officeart/2005/8/layout/hierarchy2"/>
    <dgm:cxn modelId="{01D3EC2B-E164-4EA4-A87E-31029F3C2066}" type="presOf" srcId="{02177200-1856-494A-975F-E42953E3C0A3}" destId="{2F49FFAB-0580-488E-AAA0-5190B751D0CB}" srcOrd="0" destOrd="0" presId="urn:microsoft.com/office/officeart/2005/8/layout/hierarchy2"/>
    <dgm:cxn modelId="{4A221235-8ACC-471A-B7FC-7601FBF34163}" type="presOf" srcId="{DA127B36-BCF7-474C-9063-6C6A5F1FC845}" destId="{3D098497-30A5-44F0-AD28-C619AB9F64C9}" srcOrd="0" destOrd="0" presId="urn:microsoft.com/office/officeart/2005/8/layout/hierarchy2"/>
    <dgm:cxn modelId="{123F9135-4CD5-419E-8D7F-3AF93BA8FC20}" type="presOf" srcId="{0F356BD2-3CEF-480C-ABFE-60BA3CB24B85}" destId="{3850BBAC-639A-4ECE-A22D-FAC82EBB4DF9}" srcOrd="1" destOrd="0" presId="urn:microsoft.com/office/officeart/2005/8/layout/hierarchy2"/>
    <dgm:cxn modelId="{37C4223B-BF75-4CE6-9CB0-4FD5C52173CC}" type="presOf" srcId="{B5823FB3-CD88-4872-97DE-804DAB0F6B9B}" destId="{CD85DAC5-7F25-41F3-A542-6949379EDD6B}" srcOrd="0" destOrd="0" presId="urn:microsoft.com/office/officeart/2005/8/layout/hierarchy2"/>
    <dgm:cxn modelId="{4E7F2E5E-F98E-41C5-BF0A-67979920CB92}" type="presOf" srcId="{A4D3E880-D54E-4319-AEC3-B9F7B35B1DF5}" destId="{C9FF7B0B-72DA-4378-9BBD-69B2EE80F154}" srcOrd="1" destOrd="0" presId="urn:microsoft.com/office/officeart/2005/8/layout/hierarchy2"/>
    <dgm:cxn modelId="{235EF460-398E-4795-986B-39823ECE9F9C}" type="presOf" srcId="{617874AF-9A7E-46EC-ACC6-5B70D97FE5CB}" destId="{94E8D218-10E8-48A8-A816-1C45C3FBCBB9}" srcOrd="0" destOrd="0" presId="urn:microsoft.com/office/officeart/2005/8/layout/hierarchy2"/>
    <dgm:cxn modelId="{B427B663-0723-4CB4-A615-25CD1B3FB9C4}" type="presOf" srcId="{1FEA7C41-C60C-48B8-ABC9-D60D2CDCC7E3}" destId="{B066B7F2-354A-41C9-8C75-980D38EAFCC0}" srcOrd="0" destOrd="0" presId="urn:microsoft.com/office/officeart/2005/8/layout/hierarchy2"/>
    <dgm:cxn modelId="{FD0B686B-07C1-4C60-ABEE-C4A5D1FDD300}" type="presOf" srcId="{1FEA7C41-C60C-48B8-ABC9-D60D2CDCC7E3}" destId="{0D93D284-EA15-4C99-9EA8-1C98156BB606}" srcOrd="1" destOrd="0" presId="urn:microsoft.com/office/officeart/2005/8/layout/hierarchy2"/>
    <dgm:cxn modelId="{31B24A4D-8FFB-47DD-94CC-4C490B073252}" type="presOf" srcId="{6DA74456-32DA-4849-91BF-1DFB7247B9BE}" destId="{59E4C104-E376-4495-AD35-641C7AA8B0B0}" srcOrd="0" destOrd="0" presId="urn:microsoft.com/office/officeart/2005/8/layout/hierarchy2"/>
    <dgm:cxn modelId="{F7A5884E-715A-44A2-9820-CA1C775B09A2}" srcId="{3E2B7F65-2866-4193-84A7-CE5F143588D4}" destId="{AEC978E2-17C9-42B7-9CB8-33A0190EC0BF}" srcOrd="2" destOrd="0" parTransId="{AFBE0F14-3E63-460F-B564-63084C71E1E2}" sibTransId="{CB361207-5CEA-4E0F-95C0-007AE838A06B}"/>
    <dgm:cxn modelId="{2DFACF50-5C4D-44BB-B2B3-01CE33E6FBE6}" srcId="{3E2B7F65-2866-4193-84A7-CE5F143588D4}" destId="{AFF1DAEF-8547-40A1-AEA5-694FD75E80A6}" srcOrd="0" destOrd="0" parTransId="{21B10F8D-7382-49D6-86D2-97856D99F35B}" sibTransId="{8DFEBCD9-E884-4077-90A4-3F39ACCF21CA}"/>
    <dgm:cxn modelId="{E990BB54-5D78-45EC-9C01-27238E18310C}" type="presOf" srcId="{5FDA8BC7-177E-468B-86D6-B85FC31821BC}" destId="{81E1A518-5EBB-4304-9A22-43A84A42179E}" srcOrd="0" destOrd="0" presId="urn:microsoft.com/office/officeart/2005/8/layout/hierarchy2"/>
    <dgm:cxn modelId="{58D92156-5D48-4DB5-BCA9-1C6D3106C3B1}" type="presOf" srcId="{A4D3E880-D54E-4319-AEC3-B9F7B35B1DF5}" destId="{7E287867-9DB9-411B-9ACA-C7153D3E7B46}" srcOrd="0" destOrd="0" presId="urn:microsoft.com/office/officeart/2005/8/layout/hierarchy2"/>
    <dgm:cxn modelId="{5C84B456-8AAC-4033-A539-CABC01C0F05B}" type="presOf" srcId="{AFF1DAEF-8547-40A1-AEA5-694FD75E80A6}" destId="{58FB1178-47B1-4A8C-A68C-1752C069A322}" srcOrd="0" destOrd="0" presId="urn:microsoft.com/office/officeart/2005/8/layout/hierarchy2"/>
    <dgm:cxn modelId="{B0D2D656-3236-4B98-854E-4392A2DFBF1D}" type="presOf" srcId="{6DA74456-32DA-4849-91BF-1DFB7247B9BE}" destId="{76367508-B45D-4685-ACC9-E6F2B563A1EE}" srcOrd="1" destOrd="0" presId="urn:microsoft.com/office/officeart/2005/8/layout/hierarchy2"/>
    <dgm:cxn modelId="{E37DE158-7A7F-41EC-A281-3AF2709F9D90}" srcId="{46D8507F-AB58-4FC6-8904-EB8CE2D64353}" destId="{3E2B7F65-2866-4193-84A7-CE5F143588D4}" srcOrd="0" destOrd="0" parTransId="{671B3479-A6D4-4D54-8251-F1EFC2573147}" sibTransId="{34E35162-BE21-4ABE-B18C-E97ED9A7B2ED}"/>
    <dgm:cxn modelId="{4BBF9A7D-2CD1-4515-B912-2C891C2CB715}" type="presOf" srcId="{AFBE0F14-3E63-460F-B564-63084C71E1E2}" destId="{0E84BDFA-29CD-4CBD-8404-4026363AED00}" srcOrd="0" destOrd="0" presId="urn:microsoft.com/office/officeart/2005/8/layout/hierarchy2"/>
    <dgm:cxn modelId="{0DE9877E-C843-4329-87CF-C709B51B2BEA}" type="presOf" srcId="{46D8507F-AB58-4FC6-8904-EB8CE2D64353}" destId="{67E0589D-050F-4345-836D-B03B5614D2AF}" srcOrd="0" destOrd="0" presId="urn:microsoft.com/office/officeart/2005/8/layout/hierarchy2"/>
    <dgm:cxn modelId="{D96F6584-0EFC-4222-BBAB-F12A026C0E67}" type="presOf" srcId="{2761FDE7-12E6-43FA-8E8B-5CB3CC5AC0E6}" destId="{4C982B4D-C0E6-4668-AF48-3262819A823C}" srcOrd="1" destOrd="0" presId="urn:microsoft.com/office/officeart/2005/8/layout/hierarchy2"/>
    <dgm:cxn modelId="{063C6E86-EE5B-4743-99F5-73D176C7AD8B}" type="presOf" srcId="{DA127B36-BCF7-474C-9063-6C6A5F1FC845}" destId="{DCCEBDCD-006E-4F5B-A16A-3A3B93D45843}" srcOrd="1" destOrd="0" presId="urn:microsoft.com/office/officeart/2005/8/layout/hierarchy2"/>
    <dgm:cxn modelId="{CF2AD198-3C70-448B-8636-E1BA841F3572}" type="presOf" srcId="{ADA957C8-6C75-4E05-B223-817540E6ABA6}" destId="{E2727373-5816-4678-A315-BD88E61336CB}" srcOrd="0" destOrd="0" presId="urn:microsoft.com/office/officeart/2005/8/layout/hierarchy2"/>
    <dgm:cxn modelId="{DD2DAD9D-BED2-45AB-AA74-7492A9EC19C3}" type="presOf" srcId="{AEC978E2-17C9-42B7-9CB8-33A0190EC0BF}" destId="{7C39D744-9B8B-4D61-A7E2-399B75D43D69}" srcOrd="0" destOrd="0" presId="urn:microsoft.com/office/officeart/2005/8/layout/hierarchy2"/>
    <dgm:cxn modelId="{C223D2A2-B907-4DBE-9AC1-8D3BEEA9370D}" type="presOf" srcId="{01A8B844-30A5-41A3-B059-650D831964AE}" destId="{413540A0-3B32-4BBF-8C93-546DC80ACF5D}" srcOrd="0" destOrd="0" presId="urn:microsoft.com/office/officeart/2005/8/layout/hierarchy2"/>
    <dgm:cxn modelId="{BC3EA8A8-6E1D-40B9-A7FD-7AD7D0C9F3BA}" srcId="{402EC08B-7E88-4437-92F7-4D198F2EE57F}" destId="{438DE5E2-2349-4F80-88E1-197C85877F75}" srcOrd="1" destOrd="0" parTransId="{EF11AE0C-495D-4EF2-A0DE-851BFB81B60E}" sibTransId="{4CC050F4-6B5D-4DBD-A0E2-F2E2178AED83}"/>
    <dgm:cxn modelId="{EFB960A9-F3DB-49CE-AB84-2C1B1747767D}" type="presOf" srcId="{F5B44CEF-C872-4B57-BDA2-EF195B092094}" destId="{0C237BF3-84B8-41B6-BF39-CB00CE816DC6}" srcOrd="0" destOrd="0" presId="urn:microsoft.com/office/officeart/2005/8/layout/hierarchy2"/>
    <dgm:cxn modelId="{26D4AFAA-6187-4281-8931-6763F3F202FD}" srcId="{438DE5E2-2349-4F80-88E1-197C85877F75}" destId="{617874AF-9A7E-46EC-ACC6-5B70D97FE5CB}" srcOrd="0" destOrd="0" parTransId="{41F4EABC-A410-41AD-91FF-C5336BE4250F}" sibTransId="{4C8A5F1D-5F58-470C-B547-67F342346D1A}"/>
    <dgm:cxn modelId="{2384BDAA-27D8-42EB-BE25-86A50953C6F8}" type="presOf" srcId="{4279069C-A181-444B-9309-38FEA67C9B4D}" destId="{A8E9CB8C-49FA-41D7-A9A1-6B602EF77C25}" srcOrd="0" destOrd="0" presId="urn:microsoft.com/office/officeart/2005/8/layout/hierarchy2"/>
    <dgm:cxn modelId="{D7AE37AE-EEBB-4CB0-9AE8-DE4B278BBA73}" srcId="{402EC08B-7E88-4437-92F7-4D198F2EE57F}" destId="{46D8507F-AB58-4FC6-8904-EB8CE2D64353}" srcOrd="2" destOrd="0" parTransId="{A4D3E880-D54E-4319-AEC3-B9F7B35B1DF5}" sibTransId="{6EFEF0AA-445C-4513-9B98-87050A2C132A}"/>
    <dgm:cxn modelId="{7D4BEBB6-0AD4-447A-9BFA-C0DCC1954439}" type="presOf" srcId="{671B3479-A6D4-4D54-8251-F1EFC2573147}" destId="{DB17D9F0-4850-46DC-9BE4-D5EBBDD33ED5}" srcOrd="1" destOrd="0" presId="urn:microsoft.com/office/officeart/2005/8/layout/hierarchy2"/>
    <dgm:cxn modelId="{2079CFBE-417D-4FC5-AA8B-7CE13975FA69}" type="presOf" srcId="{3E2B7F65-2866-4193-84A7-CE5F143588D4}" destId="{7A0D98FA-9DB8-4EC5-B926-308C4EE4FF2E}" srcOrd="0" destOrd="0" presId="urn:microsoft.com/office/officeart/2005/8/layout/hierarchy2"/>
    <dgm:cxn modelId="{F736E6BF-EBDD-4983-9CF2-6586E6530C1A}" type="presOf" srcId="{AFBE0F14-3E63-460F-B564-63084C71E1E2}" destId="{F60F2746-78CD-4133-BE0F-65B09BA8DA93}" srcOrd="1" destOrd="0" presId="urn:microsoft.com/office/officeart/2005/8/layout/hierarchy2"/>
    <dgm:cxn modelId="{C75A4CC2-34E3-407F-A9E0-FB8AB8CA1E2B}" type="presOf" srcId="{51346592-393D-4304-A322-EC600EC3D16B}" destId="{7DB07D53-9BF8-462F-AD7C-095A649BAB25}" srcOrd="0" destOrd="0" presId="urn:microsoft.com/office/officeart/2005/8/layout/hierarchy2"/>
    <dgm:cxn modelId="{1B349BD3-6022-469A-84AC-9AD6ABC9F525}" type="presOf" srcId="{EF11AE0C-495D-4EF2-A0DE-851BFB81B60E}" destId="{8C741A4B-E061-4F20-A3E7-5A1BCE4C5704}" srcOrd="1" destOrd="0" presId="urn:microsoft.com/office/officeart/2005/8/layout/hierarchy2"/>
    <dgm:cxn modelId="{5C3618D4-3F24-4BA0-A8C9-036B3FA1F792}" type="presOf" srcId="{402EC08B-7E88-4437-92F7-4D198F2EE57F}" destId="{160D7EDD-559C-40A8-8DEB-369F98B03A31}" srcOrd="0" destOrd="0" presId="urn:microsoft.com/office/officeart/2005/8/layout/hierarchy2"/>
    <dgm:cxn modelId="{5F2676D7-2290-438E-A5CE-A6B7FBDFBF4E}" srcId="{3E2B7F65-2866-4193-84A7-CE5F143588D4}" destId="{B9DC2776-6FFC-4FCB-BE06-1062FDF5503C}" srcOrd="3" destOrd="0" parTransId="{F5B44CEF-C872-4B57-BDA2-EF195B092094}" sibTransId="{CEB95FD8-88D6-415D-9BDE-FBDF6124B143}"/>
    <dgm:cxn modelId="{53E27ED8-C497-42DC-8902-3890A2BB1C02}" type="presOf" srcId="{2761FDE7-12E6-43FA-8E8B-5CB3CC5AC0E6}" destId="{803B0660-D223-4836-B13E-DD89051E41B9}" srcOrd="0" destOrd="0" presId="urn:microsoft.com/office/officeart/2005/8/layout/hierarchy2"/>
    <dgm:cxn modelId="{9137D8DA-01E7-4EEB-80B1-1F8190D4B1A7}" srcId="{402EC08B-7E88-4437-92F7-4D198F2EE57F}" destId="{ADA957C8-6C75-4E05-B223-817540E6ABA6}" srcOrd="0" destOrd="0" parTransId="{2B1F80C7-1769-457C-8470-3F7016B12A63}" sibTransId="{95911D91-1D96-4553-A070-7CA121D88DD1}"/>
    <dgm:cxn modelId="{F82B58DD-B469-40C0-8B81-BA84599F59F3}" type="presOf" srcId="{01A8B844-30A5-41A3-B059-650D831964AE}" destId="{6E282C3B-CC76-4C13-A9ED-BFE426472F40}" srcOrd="1" destOrd="0" presId="urn:microsoft.com/office/officeart/2005/8/layout/hierarchy2"/>
    <dgm:cxn modelId="{808C7FDF-1286-4986-ADA9-5A39A253204E}" type="presOf" srcId="{93C65245-0933-4E90-9915-48E378644556}" destId="{91D214A7-6980-4CC7-8BD8-9D9F3580167F}" srcOrd="0" destOrd="0" presId="urn:microsoft.com/office/officeart/2005/8/layout/hierarchy2"/>
    <dgm:cxn modelId="{287418E3-0CC5-4DE2-A8EA-5B7868543822}" type="presOf" srcId="{4279069C-A181-444B-9309-38FEA67C9B4D}" destId="{3ABB949B-ED80-466C-A650-3D28F48AC94A}" srcOrd="1" destOrd="0" presId="urn:microsoft.com/office/officeart/2005/8/layout/hierarchy2"/>
    <dgm:cxn modelId="{2AD009ED-8605-4DBD-B38D-E39957390025}" type="presOf" srcId="{F5B44CEF-C872-4B57-BDA2-EF195B092094}" destId="{3E28DAA2-0E07-440E-B993-D04C421CE012}" srcOrd="1" destOrd="0" presId="urn:microsoft.com/office/officeart/2005/8/layout/hierarchy2"/>
    <dgm:cxn modelId="{00D860ED-583D-4F26-A51A-A03427818A8F}" srcId="{ED14765F-9EE7-48C2-9789-A88A707D141F}" destId="{93C65245-0933-4E90-9915-48E378644556}" srcOrd="1" destOrd="0" parTransId="{2761FDE7-12E6-43FA-8E8B-5CB3CC5AC0E6}" sibTransId="{67FA35C0-9119-4ED5-B542-EF75101CF201}"/>
    <dgm:cxn modelId="{29D56DED-3991-4FF2-B096-7BCBF095A5EF}" type="presOf" srcId="{0F356BD2-3CEF-480C-ABFE-60BA3CB24B85}" destId="{6C8EE26D-D833-4E81-A434-7CE1909E02E2}" srcOrd="0" destOrd="0" presId="urn:microsoft.com/office/officeart/2005/8/layout/hierarchy2"/>
    <dgm:cxn modelId="{7B92DAF0-8E97-4F82-8813-B4452C64BE0C}" type="presOf" srcId="{21B10F8D-7382-49D6-86D2-97856D99F35B}" destId="{FC67DAE0-8E82-48BC-B926-75520FBE0EFB}" srcOrd="1" destOrd="0" presId="urn:microsoft.com/office/officeart/2005/8/layout/hierarchy2"/>
    <dgm:cxn modelId="{708169F1-D54A-4C78-828A-EF4701144F52}" type="presOf" srcId="{41F4EABC-A410-41AD-91FF-C5336BE4250F}" destId="{0AB5344A-8CD0-4E7A-BE79-004753651426}" srcOrd="1" destOrd="0" presId="urn:microsoft.com/office/officeart/2005/8/layout/hierarchy2"/>
    <dgm:cxn modelId="{1F275AF2-4E33-47C3-998F-35DAF8CCEFEB}" srcId="{402EC08B-7E88-4437-92F7-4D198F2EE57F}" destId="{ED14765F-9EE7-48C2-9789-A88A707D141F}" srcOrd="3" destOrd="0" parTransId="{1FEA7C41-C60C-48B8-ABC9-D60D2CDCC7E3}" sibTransId="{E0999DA0-F049-4B81-949C-E6E4420EDE76}"/>
    <dgm:cxn modelId="{B7A41CFB-E589-4720-BF32-AD58C20AB1F4}" type="presOf" srcId="{41F4EABC-A410-41AD-91FF-C5336BE4250F}" destId="{EFC4B4C0-C059-4393-A112-A2F1AA70A178}" srcOrd="0" destOrd="0" presId="urn:microsoft.com/office/officeart/2005/8/layout/hierarchy2"/>
    <dgm:cxn modelId="{8EBC7D11-10FC-4DE1-B861-1E66354D5E32}" type="presParOf" srcId="{3065005A-A040-4923-9CCC-74624D03C6E6}" destId="{0F99A463-1BDD-4EEB-8B8F-96BF33584571}" srcOrd="0" destOrd="0" presId="urn:microsoft.com/office/officeart/2005/8/layout/hierarchy2"/>
    <dgm:cxn modelId="{385A6D15-C9DA-403D-BF97-2EE81021E472}" type="presParOf" srcId="{0F99A463-1BDD-4EEB-8B8F-96BF33584571}" destId="{160D7EDD-559C-40A8-8DEB-369F98B03A31}" srcOrd="0" destOrd="0" presId="urn:microsoft.com/office/officeart/2005/8/layout/hierarchy2"/>
    <dgm:cxn modelId="{BD1E8D00-F16D-45D6-9200-BC573BCA5DE4}" type="presParOf" srcId="{0F99A463-1BDD-4EEB-8B8F-96BF33584571}" destId="{DB97D87E-F477-42D8-94CE-33D4EF853F16}" srcOrd="1" destOrd="0" presId="urn:microsoft.com/office/officeart/2005/8/layout/hierarchy2"/>
    <dgm:cxn modelId="{8866C62B-65F3-4B34-8124-0891A8942095}" type="presParOf" srcId="{DB97D87E-F477-42D8-94CE-33D4EF853F16}" destId="{77B0C23C-E99A-449D-A963-43236799EBD4}" srcOrd="0" destOrd="0" presId="urn:microsoft.com/office/officeart/2005/8/layout/hierarchy2"/>
    <dgm:cxn modelId="{726B8ACA-86B0-4EE5-BBA6-CCC34390A864}" type="presParOf" srcId="{77B0C23C-E99A-449D-A963-43236799EBD4}" destId="{C5D98D29-749D-419B-9FB3-730AA2184CB4}" srcOrd="0" destOrd="0" presId="urn:microsoft.com/office/officeart/2005/8/layout/hierarchy2"/>
    <dgm:cxn modelId="{2EBDCC8E-499D-405D-8EA3-07B152B75E18}" type="presParOf" srcId="{DB97D87E-F477-42D8-94CE-33D4EF853F16}" destId="{781A53E8-5A21-4771-9D31-33F8C948E1FD}" srcOrd="1" destOrd="0" presId="urn:microsoft.com/office/officeart/2005/8/layout/hierarchy2"/>
    <dgm:cxn modelId="{42CB395D-46CA-4E7C-9EB5-F5F2E8FA4F18}" type="presParOf" srcId="{781A53E8-5A21-4771-9D31-33F8C948E1FD}" destId="{E2727373-5816-4678-A315-BD88E61336CB}" srcOrd="0" destOrd="0" presId="urn:microsoft.com/office/officeart/2005/8/layout/hierarchy2"/>
    <dgm:cxn modelId="{73750FCC-5BCC-472A-BB9A-4253EBB8EE43}" type="presParOf" srcId="{781A53E8-5A21-4771-9D31-33F8C948E1FD}" destId="{99DDB67C-1A96-40A1-8DD8-8DFD90B07347}" srcOrd="1" destOrd="0" presId="urn:microsoft.com/office/officeart/2005/8/layout/hierarchy2"/>
    <dgm:cxn modelId="{68BDFD62-8649-40F2-946B-FFDE17454CAA}" type="presParOf" srcId="{99DDB67C-1A96-40A1-8DD8-8DFD90B07347}" destId="{6C8EE26D-D833-4E81-A434-7CE1909E02E2}" srcOrd="0" destOrd="0" presId="urn:microsoft.com/office/officeart/2005/8/layout/hierarchy2"/>
    <dgm:cxn modelId="{B37ECC6C-AC15-4C44-9B55-1142932B2E9E}" type="presParOf" srcId="{6C8EE26D-D833-4E81-A434-7CE1909E02E2}" destId="{3850BBAC-639A-4ECE-A22D-FAC82EBB4DF9}" srcOrd="0" destOrd="0" presId="urn:microsoft.com/office/officeart/2005/8/layout/hierarchy2"/>
    <dgm:cxn modelId="{D88667A5-C938-4324-B561-328ADD522F12}" type="presParOf" srcId="{99DDB67C-1A96-40A1-8DD8-8DFD90B07347}" destId="{AFF3A64E-52F9-480B-8D66-595277168354}" srcOrd="1" destOrd="0" presId="urn:microsoft.com/office/officeart/2005/8/layout/hierarchy2"/>
    <dgm:cxn modelId="{3068148F-EDA2-4565-938F-2D616B0D862D}" type="presParOf" srcId="{AFF3A64E-52F9-480B-8D66-595277168354}" destId="{7DB07D53-9BF8-462F-AD7C-095A649BAB25}" srcOrd="0" destOrd="0" presId="urn:microsoft.com/office/officeart/2005/8/layout/hierarchy2"/>
    <dgm:cxn modelId="{95C54F45-07C8-439C-A7A3-5C78F35ECEE0}" type="presParOf" srcId="{AFF3A64E-52F9-480B-8D66-595277168354}" destId="{5EB180B2-763E-49C8-9B5E-64DB94D206FF}" srcOrd="1" destOrd="0" presId="urn:microsoft.com/office/officeart/2005/8/layout/hierarchy2"/>
    <dgm:cxn modelId="{66F48DBC-0990-4ED3-8C46-8311EF3BD2D8}" type="presParOf" srcId="{DB97D87E-F477-42D8-94CE-33D4EF853F16}" destId="{94D8CE92-5384-4D7C-93DF-C286A8F5D4D4}" srcOrd="2" destOrd="0" presId="urn:microsoft.com/office/officeart/2005/8/layout/hierarchy2"/>
    <dgm:cxn modelId="{D2FBB60A-3E37-4F64-B782-6724366C08D7}" type="presParOf" srcId="{94D8CE92-5384-4D7C-93DF-C286A8F5D4D4}" destId="{8C741A4B-E061-4F20-A3E7-5A1BCE4C5704}" srcOrd="0" destOrd="0" presId="urn:microsoft.com/office/officeart/2005/8/layout/hierarchy2"/>
    <dgm:cxn modelId="{8F44785B-DACC-4172-94A4-5525BEF2C635}" type="presParOf" srcId="{DB97D87E-F477-42D8-94CE-33D4EF853F16}" destId="{84BB4398-1685-456C-B1EF-7AE9446DE331}" srcOrd="3" destOrd="0" presId="urn:microsoft.com/office/officeart/2005/8/layout/hierarchy2"/>
    <dgm:cxn modelId="{5F642A6E-C1CC-4E29-81C9-6731DE5A932A}" type="presParOf" srcId="{84BB4398-1685-456C-B1EF-7AE9446DE331}" destId="{770A1F40-616F-4FE9-A36C-6E7933737B2B}" srcOrd="0" destOrd="0" presId="urn:microsoft.com/office/officeart/2005/8/layout/hierarchy2"/>
    <dgm:cxn modelId="{8FC6663E-5F62-45BF-94D3-0AC12A8109BE}" type="presParOf" srcId="{84BB4398-1685-456C-B1EF-7AE9446DE331}" destId="{D522566E-48E5-4D4F-8E16-9914262E132F}" srcOrd="1" destOrd="0" presId="urn:microsoft.com/office/officeart/2005/8/layout/hierarchy2"/>
    <dgm:cxn modelId="{7944B99D-26ED-45DF-94DF-50219FF8EE5B}" type="presParOf" srcId="{D522566E-48E5-4D4F-8E16-9914262E132F}" destId="{EFC4B4C0-C059-4393-A112-A2F1AA70A178}" srcOrd="0" destOrd="0" presId="urn:microsoft.com/office/officeart/2005/8/layout/hierarchy2"/>
    <dgm:cxn modelId="{062FB5AC-A2D4-4E54-8CEC-4CC73C0A8F26}" type="presParOf" srcId="{EFC4B4C0-C059-4393-A112-A2F1AA70A178}" destId="{0AB5344A-8CD0-4E7A-BE79-004753651426}" srcOrd="0" destOrd="0" presId="urn:microsoft.com/office/officeart/2005/8/layout/hierarchy2"/>
    <dgm:cxn modelId="{BF486A07-CF4E-4BA5-ACA6-59737E39939F}" type="presParOf" srcId="{D522566E-48E5-4D4F-8E16-9914262E132F}" destId="{9778E3DE-A3CD-4E13-A0A2-85F141FDA122}" srcOrd="1" destOrd="0" presId="urn:microsoft.com/office/officeart/2005/8/layout/hierarchy2"/>
    <dgm:cxn modelId="{C1A6C3AB-F8CC-4909-9EB8-0801382BAE5E}" type="presParOf" srcId="{9778E3DE-A3CD-4E13-A0A2-85F141FDA122}" destId="{94E8D218-10E8-48A8-A816-1C45C3FBCBB9}" srcOrd="0" destOrd="0" presId="urn:microsoft.com/office/officeart/2005/8/layout/hierarchy2"/>
    <dgm:cxn modelId="{F052F5AF-C717-4892-9C2F-9A36C73A920F}" type="presParOf" srcId="{9778E3DE-A3CD-4E13-A0A2-85F141FDA122}" destId="{79A92145-3FE9-4481-B717-A16737F8C3A8}" srcOrd="1" destOrd="0" presId="urn:microsoft.com/office/officeart/2005/8/layout/hierarchy2"/>
    <dgm:cxn modelId="{17A6B847-9D06-4BC5-AA06-7AF5390277DC}" type="presParOf" srcId="{DB97D87E-F477-42D8-94CE-33D4EF853F16}" destId="{7E287867-9DB9-411B-9ACA-C7153D3E7B46}" srcOrd="4" destOrd="0" presId="urn:microsoft.com/office/officeart/2005/8/layout/hierarchy2"/>
    <dgm:cxn modelId="{5F79C16E-FCAA-4C2B-8970-7D34A55309F6}" type="presParOf" srcId="{7E287867-9DB9-411B-9ACA-C7153D3E7B46}" destId="{C9FF7B0B-72DA-4378-9BBD-69B2EE80F154}" srcOrd="0" destOrd="0" presId="urn:microsoft.com/office/officeart/2005/8/layout/hierarchy2"/>
    <dgm:cxn modelId="{B3350134-5D7E-4540-B6CF-4315BA6F80D3}" type="presParOf" srcId="{DB97D87E-F477-42D8-94CE-33D4EF853F16}" destId="{E1506AD2-CBF3-4293-BCC9-F74226C6000D}" srcOrd="5" destOrd="0" presId="urn:microsoft.com/office/officeart/2005/8/layout/hierarchy2"/>
    <dgm:cxn modelId="{A368D125-ECB1-4CC3-84C2-0221B753309B}" type="presParOf" srcId="{E1506AD2-CBF3-4293-BCC9-F74226C6000D}" destId="{67E0589D-050F-4345-836D-B03B5614D2AF}" srcOrd="0" destOrd="0" presId="urn:microsoft.com/office/officeart/2005/8/layout/hierarchy2"/>
    <dgm:cxn modelId="{B7A0A530-8C5F-4264-847F-73CB91F1B0FC}" type="presParOf" srcId="{E1506AD2-CBF3-4293-BCC9-F74226C6000D}" destId="{605993E1-B770-4C45-9133-2A6C402B7933}" srcOrd="1" destOrd="0" presId="urn:microsoft.com/office/officeart/2005/8/layout/hierarchy2"/>
    <dgm:cxn modelId="{A696E9B3-5C1C-4369-B8FC-589E7F51540D}" type="presParOf" srcId="{605993E1-B770-4C45-9133-2A6C402B7933}" destId="{8C88B71F-0BA0-44EA-A313-7772101FC49A}" srcOrd="0" destOrd="0" presId="urn:microsoft.com/office/officeart/2005/8/layout/hierarchy2"/>
    <dgm:cxn modelId="{34E89A57-5004-4B1D-BA8E-8E444867B079}" type="presParOf" srcId="{8C88B71F-0BA0-44EA-A313-7772101FC49A}" destId="{DB17D9F0-4850-46DC-9BE4-D5EBBDD33ED5}" srcOrd="0" destOrd="0" presId="urn:microsoft.com/office/officeart/2005/8/layout/hierarchy2"/>
    <dgm:cxn modelId="{6DC9F484-17C9-49BE-AFA7-44472AEF2A94}" type="presParOf" srcId="{605993E1-B770-4C45-9133-2A6C402B7933}" destId="{F218D656-6BB5-4697-B8AF-6E2D4BD2309A}" srcOrd="1" destOrd="0" presId="urn:microsoft.com/office/officeart/2005/8/layout/hierarchy2"/>
    <dgm:cxn modelId="{4D0CA58A-4B96-4F43-8F71-897D8BDE53C8}" type="presParOf" srcId="{F218D656-6BB5-4697-B8AF-6E2D4BD2309A}" destId="{7A0D98FA-9DB8-4EC5-B926-308C4EE4FF2E}" srcOrd="0" destOrd="0" presId="urn:microsoft.com/office/officeart/2005/8/layout/hierarchy2"/>
    <dgm:cxn modelId="{1B3CE4F8-C141-471D-AF5A-E5D6BE7B47D7}" type="presParOf" srcId="{F218D656-6BB5-4697-B8AF-6E2D4BD2309A}" destId="{4C532E75-5C1D-4B60-AB33-1945D9CD2811}" srcOrd="1" destOrd="0" presId="urn:microsoft.com/office/officeart/2005/8/layout/hierarchy2"/>
    <dgm:cxn modelId="{BFE05FDD-926D-4E3F-A222-B7E9AD23E6AF}" type="presParOf" srcId="{4C532E75-5C1D-4B60-AB33-1945D9CD2811}" destId="{77B57A39-B6B8-49E6-A15F-8FA42620A016}" srcOrd="0" destOrd="0" presId="urn:microsoft.com/office/officeart/2005/8/layout/hierarchy2"/>
    <dgm:cxn modelId="{AA721313-92F4-4F1C-8F6B-D6595B60910F}" type="presParOf" srcId="{77B57A39-B6B8-49E6-A15F-8FA42620A016}" destId="{FC67DAE0-8E82-48BC-B926-75520FBE0EFB}" srcOrd="0" destOrd="0" presId="urn:microsoft.com/office/officeart/2005/8/layout/hierarchy2"/>
    <dgm:cxn modelId="{4F15420D-9D49-4226-8466-E9071741C5F4}" type="presParOf" srcId="{4C532E75-5C1D-4B60-AB33-1945D9CD2811}" destId="{7513C982-9CF7-46A5-8877-926984086A32}" srcOrd="1" destOrd="0" presId="urn:microsoft.com/office/officeart/2005/8/layout/hierarchy2"/>
    <dgm:cxn modelId="{6B5F8AF3-0129-4BF3-8E4A-F6230B691C0C}" type="presParOf" srcId="{7513C982-9CF7-46A5-8877-926984086A32}" destId="{58FB1178-47B1-4A8C-A68C-1752C069A322}" srcOrd="0" destOrd="0" presId="urn:microsoft.com/office/officeart/2005/8/layout/hierarchy2"/>
    <dgm:cxn modelId="{0E978EDD-F29A-4640-B389-86367C642858}" type="presParOf" srcId="{7513C982-9CF7-46A5-8877-926984086A32}" destId="{9FDD8D55-50B9-448D-A339-C58A29981C0D}" srcOrd="1" destOrd="0" presId="urn:microsoft.com/office/officeart/2005/8/layout/hierarchy2"/>
    <dgm:cxn modelId="{EC36CB3E-94AC-4E9F-B80C-87D3E7C8F33B}" type="presParOf" srcId="{4C532E75-5C1D-4B60-AB33-1945D9CD2811}" destId="{413540A0-3B32-4BBF-8C93-546DC80ACF5D}" srcOrd="2" destOrd="0" presId="urn:microsoft.com/office/officeart/2005/8/layout/hierarchy2"/>
    <dgm:cxn modelId="{F6054DEC-9A8B-4AB1-845B-5E573C54747F}" type="presParOf" srcId="{413540A0-3B32-4BBF-8C93-546DC80ACF5D}" destId="{6E282C3B-CC76-4C13-A9ED-BFE426472F40}" srcOrd="0" destOrd="0" presId="urn:microsoft.com/office/officeart/2005/8/layout/hierarchy2"/>
    <dgm:cxn modelId="{90F0B738-159A-4793-A1D2-2E5C604869C4}" type="presParOf" srcId="{4C532E75-5C1D-4B60-AB33-1945D9CD2811}" destId="{21D91001-C767-4C6A-B40E-A341FF84CA97}" srcOrd="3" destOrd="0" presId="urn:microsoft.com/office/officeart/2005/8/layout/hierarchy2"/>
    <dgm:cxn modelId="{2AD1A8FF-5C4B-4685-8EC2-132F0316DA72}" type="presParOf" srcId="{21D91001-C767-4C6A-B40E-A341FF84CA97}" destId="{81E1A518-5EBB-4304-9A22-43A84A42179E}" srcOrd="0" destOrd="0" presId="urn:microsoft.com/office/officeart/2005/8/layout/hierarchy2"/>
    <dgm:cxn modelId="{4B5342D1-D8DB-4E2E-8246-5BBF5A583494}" type="presParOf" srcId="{21D91001-C767-4C6A-B40E-A341FF84CA97}" destId="{9A0D81BC-2ABE-4EB6-AE33-B39C5AE6C8E8}" srcOrd="1" destOrd="0" presId="urn:microsoft.com/office/officeart/2005/8/layout/hierarchy2"/>
    <dgm:cxn modelId="{AFCBE9AA-5F6F-413A-8277-EC94D121B331}" type="presParOf" srcId="{4C532E75-5C1D-4B60-AB33-1945D9CD2811}" destId="{0E84BDFA-29CD-4CBD-8404-4026363AED00}" srcOrd="4" destOrd="0" presId="urn:microsoft.com/office/officeart/2005/8/layout/hierarchy2"/>
    <dgm:cxn modelId="{A03C371F-395C-4E07-884C-379E912A8EF6}" type="presParOf" srcId="{0E84BDFA-29CD-4CBD-8404-4026363AED00}" destId="{F60F2746-78CD-4133-BE0F-65B09BA8DA93}" srcOrd="0" destOrd="0" presId="urn:microsoft.com/office/officeart/2005/8/layout/hierarchy2"/>
    <dgm:cxn modelId="{9C68FE1D-2087-41AA-A773-E95C484FC832}" type="presParOf" srcId="{4C532E75-5C1D-4B60-AB33-1945D9CD2811}" destId="{5BF32C8E-2BDA-4711-B8A0-2B2AAFD7563E}" srcOrd="5" destOrd="0" presId="urn:microsoft.com/office/officeart/2005/8/layout/hierarchy2"/>
    <dgm:cxn modelId="{4C0AA52E-0CE5-4B2C-85E4-5821C86156A6}" type="presParOf" srcId="{5BF32C8E-2BDA-4711-B8A0-2B2AAFD7563E}" destId="{7C39D744-9B8B-4D61-A7E2-399B75D43D69}" srcOrd="0" destOrd="0" presId="urn:microsoft.com/office/officeart/2005/8/layout/hierarchy2"/>
    <dgm:cxn modelId="{07DF8071-E84B-41F2-BEB9-03C270F628C8}" type="presParOf" srcId="{5BF32C8E-2BDA-4711-B8A0-2B2AAFD7563E}" destId="{636C4615-B860-465C-8765-086BFA9C66EB}" srcOrd="1" destOrd="0" presId="urn:microsoft.com/office/officeart/2005/8/layout/hierarchy2"/>
    <dgm:cxn modelId="{4BAEFD98-60CE-4DEE-82F0-727906B20106}" type="presParOf" srcId="{4C532E75-5C1D-4B60-AB33-1945D9CD2811}" destId="{0C237BF3-84B8-41B6-BF39-CB00CE816DC6}" srcOrd="6" destOrd="0" presId="urn:microsoft.com/office/officeart/2005/8/layout/hierarchy2"/>
    <dgm:cxn modelId="{81D00D21-3F7E-4A74-B6A6-F9A0A3005B4B}" type="presParOf" srcId="{0C237BF3-84B8-41B6-BF39-CB00CE816DC6}" destId="{3E28DAA2-0E07-440E-B993-D04C421CE012}" srcOrd="0" destOrd="0" presId="urn:microsoft.com/office/officeart/2005/8/layout/hierarchy2"/>
    <dgm:cxn modelId="{5DA4E6AF-50C5-472E-9B71-5AEF8FE9BFD7}" type="presParOf" srcId="{4C532E75-5C1D-4B60-AB33-1945D9CD2811}" destId="{211C38EF-F580-4974-9167-A702BB4A597B}" srcOrd="7" destOrd="0" presId="urn:microsoft.com/office/officeart/2005/8/layout/hierarchy2"/>
    <dgm:cxn modelId="{EBA3CD58-819D-47B5-8D4A-805EA73F4B72}" type="presParOf" srcId="{211C38EF-F580-4974-9167-A702BB4A597B}" destId="{2F5FD4FF-3FE6-4B63-9680-1AC1B5564FBC}" srcOrd="0" destOrd="0" presId="urn:microsoft.com/office/officeart/2005/8/layout/hierarchy2"/>
    <dgm:cxn modelId="{C30CFD70-5770-4A1D-95F0-3A120D8B85F2}" type="presParOf" srcId="{211C38EF-F580-4974-9167-A702BB4A597B}" destId="{BDEDA543-4B89-4BC1-80C7-7E40B21A8FDE}" srcOrd="1" destOrd="0" presId="urn:microsoft.com/office/officeart/2005/8/layout/hierarchy2"/>
    <dgm:cxn modelId="{AC2F0F11-7529-48F9-8297-0CBAE7BD3CB8}" type="presParOf" srcId="{DB97D87E-F477-42D8-94CE-33D4EF853F16}" destId="{B066B7F2-354A-41C9-8C75-980D38EAFCC0}" srcOrd="6" destOrd="0" presId="urn:microsoft.com/office/officeart/2005/8/layout/hierarchy2"/>
    <dgm:cxn modelId="{B07238F4-B89F-4DD1-B57A-DFA087768FA8}" type="presParOf" srcId="{B066B7F2-354A-41C9-8C75-980D38EAFCC0}" destId="{0D93D284-EA15-4C99-9EA8-1C98156BB606}" srcOrd="0" destOrd="0" presId="urn:microsoft.com/office/officeart/2005/8/layout/hierarchy2"/>
    <dgm:cxn modelId="{0250A380-04A0-483E-AFA0-FBCBA2BF5DBD}" type="presParOf" srcId="{DB97D87E-F477-42D8-94CE-33D4EF853F16}" destId="{B7E200D5-74BE-44B5-917A-76ADC258FD01}" srcOrd="7" destOrd="0" presId="urn:microsoft.com/office/officeart/2005/8/layout/hierarchy2"/>
    <dgm:cxn modelId="{9C225610-CBA2-4BEE-AC9C-6D05D506426B}" type="presParOf" srcId="{B7E200D5-74BE-44B5-917A-76ADC258FD01}" destId="{88821B0D-22CF-4999-8DC3-0EC14FC3B627}" srcOrd="0" destOrd="0" presId="urn:microsoft.com/office/officeart/2005/8/layout/hierarchy2"/>
    <dgm:cxn modelId="{3799D0B0-9CE4-4FC7-A987-FC08E804DD9F}" type="presParOf" srcId="{B7E200D5-74BE-44B5-917A-76ADC258FD01}" destId="{99F13BFD-0E26-4664-A2EA-9E2F70E0B58B}" srcOrd="1" destOrd="0" presId="urn:microsoft.com/office/officeart/2005/8/layout/hierarchy2"/>
    <dgm:cxn modelId="{3ACBCD41-AF72-4294-9279-298B8D446265}" type="presParOf" srcId="{99F13BFD-0E26-4664-A2EA-9E2F70E0B58B}" destId="{59E4C104-E376-4495-AD35-641C7AA8B0B0}" srcOrd="0" destOrd="0" presId="urn:microsoft.com/office/officeart/2005/8/layout/hierarchy2"/>
    <dgm:cxn modelId="{F88EBF76-1771-4DC5-990E-4FBBBE201A91}" type="presParOf" srcId="{59E4C104-E376-4495-AD35-641C7AA8B0B0}" destId="{76367508-B45D-4685-ACC9-E6F2B563A1EE}" srcOrd="0" destOrd="0" presId="urn:microsoft.com/office/officeart/2005/8/layout/hierarchy2"/>
    <dgm:cxn modelId="{EAFB92F2-4AC2-4C22-BA84-8B5CDD2330EC}" type="presParOf" srcId="{99F13BFD-0E26-4664-A2EA-9E2F70E0B58B}" destId="{C0731948-88D1-42DE-A050-119BE82C56FC}" srcOrd="1" destOrd="0" presId="urn:microsoft.com/office/officeart/2005/8/layout/hierarchy2"/>
    <dgm:cxn modelId="{5115763E-ED8B-4AAC-BC0C-D6ED5E6A9157}" type="presParOf" srcId="{C0731948-88D1-42DE-A050-119BE82C56FC}" destId="{68CDC827-C5B4-4F5F-A10A-E58D157DA73B}" srcOrd="0" destOrd="0" presId="urn:microsoft.com/office/officeart/2005/8/layout/hierarchy2"/>
    <dgm:cxn modelId="{FFE1A242-C66A-485A-A1AC-5F0215ABC1C6}" type="presParOf" srcId="{C0731948-88D1-42DE-A050-119BE82C56FC}" destId="{8CE3C710-15D7-4D77-A37B-FF755F0D3E18}" srcOrd="1" destOrd="0" presId="urn:microsoft.com/office/officeart/2005/8/layout/hierarchy2"/>
    <dgm:cxn modelId="{8A3AEFFA-C5AC-4F63-A5B2-416E80A4474B}" type="presParOf" srcId="{99F13BFD-0E26-4664-A2EA-9E2F70E0B58B}" destId="{803B0660-D223-4836-B13E-DD89051E41B9}" srcOrd="2" destOrd="0" presId="urn:microsoft.com/office/officeart/2005/8/layout/hierarchy2"/>
    <dgm:cxn modelId="{EEA00942-45D6-4C80-B2F7-8F8077773021}" type="presParOf" srcId="{803B0660-D223-4836-B13E-DD89051E41B9}" destId="{4C982B4D-C0E6-4668-AF48-3262819A823C}" srcOrd="0" destOrd="0" presId="urn:microsoft.com/office/officeart/2005/8/layout/hierarchy2"/>
    <dgm:cxn modelId="{D63032D2-1F1C-48AF-A039-27494F160758}" type="presParOf" srcId="{99F13BFD-0E26-4664-A2EA-9E2F70E0B58B}" destId="{5889BC3C-1659-4CB9-B8CB-8F8176D37777}" srcOrd="3" destOrd="0" presId="urn:microsoft.com/office/officeart/2005/8/layout/hierarchy2"/>
    <dgm:cxn modelId="{F1CD8EA1-C321-4F3A-845E-ED2035F0A4C4}" type="presParOf" srcId="{5889BC3C-1659-4CB9-B8CB-8F8176D37777}" destId="{91D214A7-6980-4CC7-8BD8-9D9F3580167F}" srcOrd="0" destOrd="0" presId="urn:microsoft.com/office/officeart/2005/8/layout/hierarchy2"/>
    <dgm:cxn modelId="{A2710367-9DEE-4019-A037-B4D5948182AC}" type="presParOf" srcId="{5889BC3C-1659-4CB9-B8CB-8F8176D37777}" destId="{2FF9D36D-D344-4C54-9672-89A95D8E473C}" srcOrd="1" destOrd="0" presId="urn:microsoft.com/office/officeart/2005/8/layout/hierarchy2"/>
    <dgm:cxn modelId="{62C7AB0E-C38D-43BC-96D8-E4F5650CDA6E}" type="presParOf" srcId="{DB97D87E-F477-42D8-94CE-33D4EF853F16}" destId="{A8E9CB8C-49FA-41D7-A9A1-6B602EF77C25}" srcOrd="8" destOrd="0" presId="urn:microsoft.com/office/officeart/2005/8/layout/hierarchy2"/>
    <dgm:cxn modelId="{F23463BA-16A0-499B-9AD9-DA65BA76157C}" type="presParOf" srcId="{A8E9CB8C-49FA-41D7-A9A1-6B602EF77C25}" destId="{3ABB949B-ED80-466C-A650-3D28F48AC94A}" srcOrd="0" destOrd="0" presId="urn:microsoft.com/office/officeart/2005/8/layout/hierarchy2"/>
    <dgm:cxn modelId="{4BC6DD02-72BC-487A-A0DF-AA7EEF9ED20E}" type="presParOf" srcId="{DB97D87E-F477-42D8-94CE-33D4EF853F16}" destId="{34976B40-9387-49C3-B125-1EC2F5FD5F7F}" srcOrd="9" destOrd="0" presId="urn:microsoft.com/office/officeart/2005/8/layout/hierarchy2"/>
    <dgm:cxn modelId="{6E98F5C0-2889-4942-8CB6-8B443D4CC594}" type="presParOf" srcId="{34976B40-9387-49C3-B125-1EC2F5FD5F7F}" destId="{CD85DAC5-7F25-41F3-A542-6949379EDD6B}" srcOrd="0" destOrd="0" presId="urn:microsoft.com/office/officeart/2005/8/layout/hierarchy2"/>
    <dgm:cxn modelId="{4EB17DC7-1A68-4CCA-90DF-52DDDAD524C9}" type="presParOf" srcId="{34976B40-9387-49C3-B125-1EC2F5FD5F7F}" destId="{E8309CF3-0271-4E33-83EC-4AA61C1291EF}" srcOrd="1" destOrd="0" presId="urn:microsoft.com/office/officeart/2005/8/layout/hierarchy2"/>
    <dgm:cxn modelId="{0B578C21-52FB-408A-BAEA-230713B157EB}" type="presParOf" srcId="{E8309CF3-0271-4E33-83EC-4AA61C1291EF}" destId="{3D098497-30A5-44F0-AD28-C619AB9F64C9}" srcOrd="0" destOrd="0" presId="urn:microsoft.com/office/officeart/2005/8/layout/hierarchy2"/>
    <dgm:cxn modelId="{49D8D585-EFC3-4992-973D-CAC1FC90617E}" type="presParOf" srcId="{3D098497-30A5-44F0-AD28-C619AB9F64C9}" destId="{DCCEBDCD-006E-4F5B-A16A-3A3B93D45843}" srcOrd="0" destOrd="0" presId="urn:microsoft.com/office/officeart/2005/8/layout/hierarchy2"/>
    <dgm:cxn modelId="{0AED092C-3F7D-43F8-B8C8-C2EB2E9D6B4E}" type="presParOf" srcId="{E8309CF3-0271-4E33-83EC-4AA61C1291EF}" destId="{9DCC3E29-E2EC-4E9B-A995-2C433CE92606}" srcOrd="1" destOrd="0" presId="urn:microsoft.com/office/officeart/2005/8/layout/hierarchy2"/>
    <dgm:cxn modelId="{9CDE52A5-BA91-48FF-95E2-D5B849EDAAD2}" type="presParOf" srcId="{9DCC3E29-E2EC-4E9B-A995-2C433CE92606}" destId="{2F49FFAB-0580-488E-AAA0-5190B751D0CB}" srcOrd="0" destOrd="0" presId="urn:microsoft.com/office/officeart/2005/8/layout/hierarchy2"/>
    <dgm:cxn modelId="{8637C122-7411-475A-A1EB-BA90F30714EE}" type="presParOf" srcId="{9DCC3E29-E2EC-4E9B-A995-2C433CE92606}" destId="{0C2F87B0-BA4F-47E1-98E1-21BB01C55EE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2C48D5-0255-436A-92E4-79CAE2CD3F5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C557F45-8F71-4D15-A595-50653E7CEAC0}">
      <dgm:prSet phldrT="[Texto]"/>
      <dgm:spPr/>
      <dgm:t>
        <a:bodyPr/>
        <a:lstStyle/>
        <a:p>
          <a:r>
            <a:rPr lang="es-ES" b="1" i="0" noProof="0" dirty="0">
              <a:solidFill>
                <a:srgbClr val="0F1115"/>
              </a:solidFill>
              <a:effectLst/>
              <a:latin typeface="quote-cjk-patch"/>
            </a:rPr>
            <a:t>Características</a:t>
          </a:r>
          <a:endParaRPr lang="es-ES" noProof="0" dirty="0"/>
        </a:p>
      </dgm:t>
    </dgm:pt>
    <dgm:pt modelId="{8FDB312B-E465-48EA-9C67-0F452BA2CF9F}" type="parTrans" cxnId="{C20859AC-AEA4-40A5-B009-16CF6C9CE330}">
      <dgm:prSet/>
      <dgm:spPr/>
      <dgm:t>
        <a:bodyPr/>
        <a:lstStyle/>
        <a:p>
          <a:endParaRPr lang="es-ES"/>
        </a:p>
      </dgm:t>
    </dgm:pt>
    <dgm:pt modelId="{6ADD91F7-F6BD-4C08-B49E-D63B25D5B167}" type="sibTrans" cxnId="{C20859AC-AEA4-40A5-B009-16CF6C9CE330}">
      <dgm:prSet/>
      <dgm:spPr/>
      <dgm:t>
        <a:bodyPr/>
        <a:lstStyle/>
        <a:p>
          <a:endParaRPr lang="es-ES"/>
        </a:p>
      </dgm:t>
    </dgm:pt>
    <dgm:pt modelId="{B9DE5ABA-35C2-4748-8BA7-BA3B5A82B33E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noProof="0" dirty="0">
              <a:solidFill>
                <a:srgbClr val="0F1115"/>
              </a:solidFill>
              <a:effectLst/>
              <a:latin typeface="quote-cjk-patch"/>
            </a:rPr>
            <a:t>Sin dependencias</a:t>
          </a:r>
          <a:endParaRPr lang="es-ES" noProof="0" dirty="0"/>
        </a:p>
      </dgm:t>
    </dgm:pt>
    <dgm:pt modelId="{B6ECF8C3-BB55-460F-8D7C-C54AC4B3B415}" type="parTrans" cxnId="{CE90B404-78DF-4CED-960A-4509ACCAD840}">
      <dgm:prSet/>
      <dgm:spPr/>
      <dgm:t>
        <a:bodyPr/>
        <a:lstStyle/>
        <a:p>
          <a:endParaRPr lang="es-ES" noProof="0" dirty="0"/>
        </a:p>
      </dgm:t>
    </dgm:pt>
    <dgm:pt modelId="{C2FE76F9-2E10-485A-9A11-F237D0604908}" type="sibTrans" cxnId="{CE90B404-78DF-4CED-960A-4509ACCAD840}">
      <dgm:prSet/>
      <dgm:spPr/>
      <dgm:t>
        <a:bodyPr/>
        <a:lstStyle/>
        <a:p>
          <a:endParaRPr lang="es-ES"/>
        </a:p>
      </dgm:t>
    </dgm:pt>
    <dgm:pt modelId="{B2506A29-5FA7-4364-ABB8-237BC2B297F3}">
      <dgm:prSet phldrT="[Texto]"/>
      <dgm:spPr/>
      <dgm:t>
        <a:bodyPr/>
        <a:lstStyle/>
        <a:p>
          <a:r>
            <a:rPr lang="es-ES" b="0" i="0" noProof="0" dirty="0">
              <a:solidFill>
                <a:srgbClr val="0F1115"/>
              </a:solidFill>
              <a:effectLst/>
              <a:latin typeface="quote-cjk-patch"/>
            </a:rPr>
            <a:t>Multiplataforma</a:t>
          </a:r>
          <a:endParaRPr lang="es-ES" noProof="0" dirty="0"/>
        </a:p>
      </dgm:t>
    </dgm:pt>
    <dgm:pt modelId="{1402F503-7680-44F4-A257-89010E6B6EB3}" type="parTrans" cxnId="{155204F2-3762-4BB8-B68C-D0C9FB8ACBC1}">
      <dgm:prSet/>
      <dgm:spPr/>
      <dgm:t>
        <a:bodyPr/>
        <a:lstStyle/>
        <a:p>
          <a:endParaRPr lang="es-ES" noProof="0" dirty="0"/>
        </a:p>
      </dgm:t>
    </dgm:pt>
    <dgm:pt modelId="{1E7B8B4C-B01C-46D7-AE5A-C39FACD715AA}" type="sibTrans" cxnId="{155204F2-3762-4BB8-B68C-D0C9FB8ACBC1}">
      <dgm:prSet/>
      <dgm:spPr/>
      <dgm:t>
        <a:bodyPr/>
        <a:lstStyle/>
        <a:p>
          <a:endParaRPr lang="es-ES"/>
        </a:p>
      </dgm:t>
    </dgm:pt>
    <dgm:pt modelId="{53C40EFA-632B-4386-B1E7-6EA7566E192F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b="0" i="0" noProof="0" dirty="0">
              <a:solidFill>
                <a:srgbClr val="0F1115"/>
              </a:solidFill>
              <a:effectLst/>
              <a:latin typeface="quote-cjk-patch"/>
            </a:rPr>
            <a:t>Fácil despliegue</a:t>
          </a:r>
          <a:endParaRPr lang="es-ES" noProof="0" dirty="0"/>
        </a:p>
      </dgm:t>
    </dgm:pt>
    <dgm:pt modelId="{E259526B-3DCD-45BE-9281-7D700954814E}" type="parTrans" cxnId="{0F75152F-EDF2-4FBE-900C-DAD5C367A9D9}">
      <dgm:prSet/>
      <dgm:spPr/>
      <dgm:t>
        <a:bodyPr/>
        <a:lstStyle/>
        <a:p>
          <a:endParaRPr lang="es-ES" noProof="0" dirty="0"/>
        </a:p>
      </dgm:t>
    </dgm:pt>
    <dgm:pt modelId="{71D6D2C2-397A-4D7E-8DA5-58FF486A759C}" type="sibTrans" cxnId="{0F75152F-EDF2-4FBE-900C-DAD5C367A9D9}">
      <dgm:prSet/>
      <dgm:spPr/>
      <dgm:t>
        <a:bodyPr/>
        <a:lstStyle/>
        <a:p>
          <a:endParaRPr lang="es-ES"/>
        </a:p>
      </dgm:t>
    </dgm:pt>
    <dgm:pt modelId="{3DF5CFBB-7375-423D-8409-41B62C4AFD76}" type="pres">
      <dgm:prSet presAssocID="{3B2C48D5-0255-436A-92E4-79CAE2CD3F5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839D181-FDDD-4B50-8BD1-090F4815F9EA}" type="pres">
      <dgm:prSet presAssocID="{3C557F45-8F71-4D15-A595-50653E7CEAC0}" presName="root1" presStyleCnt="0"/>
      <dgm:spPr/>
    </dgm:pt>
    <dgm:pt modelId="{71E296DD-FDF5-4C34-BC03-A50D95CA3DB8}" type="pres">
      <dgm:prSet presAssocID="{3C557F45-8F71-4D15-A595-50653E7CEAC0}" presName="LevelOneTextNode" presStyleLbl="node0" presStyleIdx="0" presStyleCnt="1" custScaleY="52030" custLinFactNeighborX="716" custLinFactNeighborY="-2862">
        <dgm:presLayoutVars>
          <dgm:chPref val="3"/>
        </dgm:presLayoutVars>
      </dgm:prSet>
      <dgm:spPr/>
    </dgm:pt>
    <dgm:pt modelId="{3630F6B8-6240-4E2D-A5B7-F27E75FB0B45}" type="pres">
      <dgm:prSet presAssocID="{3C557F45-8F71-4D15-A595-50653E7CEAC0}" presName="level2hierChild" presStyleCnt="0"/>
      <dgm:spPr/>
    </dgm:pt>
    <dgm:pt modelId="{ECE0586B-E249-436B-8EEE-E006A982A4C3}" type="pres">
      <dgm:prSet presAssocID="{B6ECF8C3-BB55-460F-8D7C-C54AC4B3B415}" presName="conn2-1" presStyleLbl="parChTrans1D2" presStyleIdx="0" presStyleCnt="3"/>
      <dgm:spPr/>
    </dgm:pt>
    <dgm:pt modelId="{4A50AD59-6218-448E-8BAB-2E6275853079}" type="pres">
      <dgm:prSet presAssocID="{B6ECF8C3-BB55-460F-8D7C-C54AC4B3B415}" presName="connTx" presStyleLbl="parChTrans1D2" presStyleIdx="0" presStyleCnt="3"/>
      <dgm:spPr/>
    </dgm:pt>
    <dgm:pt modelId="{902BC3FB-23F4-42AF-8CF0-C03B25C04500}" type="pres">
      <dgm:prSet presAssocID="{B9DE5ABA-35C2-4748-8BA7-BA3B5A82B33E}" presName="root2" presStyleCnt="0"/>
      <dgm:spPr/>
    </dgm:pt>
    <dgm:pt modelId="{5FBB38D2-5E78-4DBE-BECD-8D317DB202CB}" type="pres">
      <dgm:prSet presAssocID="{B9DE5ABA-35C2-4748-8BA7-BA3B5A82B33E}" presName="LevelTwoTextNode" presStyleLbl="node2" presStyleIdx="0" presStyleCnt="3" custScaleX="121695" custScaleY="54087">
        <dgm:presLayoutVars>
          <dgm:chPref val="3"/>
        </dgm:presLayoutVars>
      </dgm:prSet>
      <dgm:spPr/>
    </dgm:pt>
    <dgm:pt modelId="{4E1404B0-6175-4DE1-977E-DB3E92DFB15E}" type="pres">
      <dgm:prSet presAssocID="{B9DE5ABA-35C2-4748-8BA7-BA3B5A82B33E}" presName="level3hierChild" presStyleCnt="0"/>
      <dgm:spPr/>
    </dgm:pt>
    <dgm:pt modelId="{69A5BD6D-3BDE-4BAD-95EF-C40370D08AE0}" type="pres">
      <dgm:prSet presAssocID="{1402F503-7680-44F4-A257-89010E6B6EB3}" presName="conn2-1" presStyleLbl="parChTrans1D2" presStyleIdx="1" presStyleCnt="3"/>
      <dgm:spPr/>
    </dgm:pt>
    <dgm:pt modelId="{1CF40D15-B91D-47A3-89A8-53EFEDB0DECB}" type="pres">
      <dgm:prSet presAssocID="{1402F503-7680-44F4-A257-89010E6B6EB3}" presName="connTx" presStyleLbl="parChTrans1D2" presStyleIdx="1" presStyleCnt="3"/>
      <dgm:spPr/>
    </dgm:pt>
    <dgm:pt modelId="{D0F4A7F4-4CFD-4F83-836B-30058F616F36}" type="pres">
      <dgm:prSet presAssocID="{B2506A29-5FA7-4364-ABB8-237BC2B297F3}" presName="root2" presStyleCnt="0"/>
      <dgm:spPr/>
    </dgm:pt>
    <dgm:pt modelId="{5DFF09BB-36EC-4174-833C-599D0E66183D}" type="pres">
      <dgm:prSet presAssocID="{B2506A29-5FA7-4364-ABB8-237BC2B297F3}" presName="LevelTwoTextNode" presStyleLbl="node2" presStyleIdx="1" presStyleCnt="3" custScaleX="121999" custScaleY="54087">
        <dgm:presLayoutVars>
          <dgm:chPref val="3"/>
        </dgm:presLayoutVars>
      </dgm:prSet>
      <dgm:spPr/>
    </dgm:pt>
    <dgm:pt modelId="{DE37032F-B401-41A6-BA99-A190C3E17DE0}" type="pres">
      <dgm:prSet presAssocID="{B2506A29-5FA7-4364-ABB8-237BC2B297F3}" presName="level3hierChild" presStyleCnt="0"/>
      <dgm:spPr/>
    </dgm:pt>
    <dgm:pt modelId="{3B5C84FD-6102-4149-ABEE-5CB86FEAC8F9}" type="pres">
      <dgm:prSet presAssocID="{E259526B-3DCD-45BE-9281-7D700954814E}" presName="conn2-1" presStyleLbl="parChTrans1D2" presStyleIdx="2" presStyleCnt="3"/>
      <dgm:spPr/>
    </dgm:pt>
    <dgm:pt modelId="{917274B1-F8DE-49B5-A3B2-AE438F831C77}" type="pres">
      <dgm:prSet presAssocID="{E259526B-3DCD-45BE-9281-7D700954814E}" presName="connTx" presStyleLbl="parChTrans1D2" presStyleIdx="2" presStyleCnt="3"/>
      <dgm:spPr/>
    </dgm:pt>
    <dgm:pt modelId="{AF956DB8-7C68-46CD-89D8-9D9AEE2AF953}" type="pres">
      <dgm:prSet presAssocID="{53C40EFA-632B-4386-B1E7-6EA7566E192F}" presName="root2" presStyleCnt="0"/>
      <dgm:spPr/>
    </dgm:pt>
    <dgm:pt modelId="{2E00ECF9-BCB5-4B05-8F0C-7101E3C2F40C}" type="pres">
      <dgm:prSet presAssocID="{53C40EFA-632B-4386-B1E7-6EA7566E192F}" presName="LevelTwoTextNode" presStyleLbl="node2" presStyleIdx="2" presStyleCnt="3" custScaleX="121999" custScaleY="54087">
        <dgm:presLayoutVars>
          <dgm:chPref val="3"/>
        </dgm:presLayoutVars>
      </dgm:prSet>
      <dgm:spPr/>
    </dgm:pt>
    <dgm:pt modelId="{4CF237B6-9D2A-478E-91D2-8D00387ED815}" type="pres">
      <dgm:prSet presAssocID="{53C40EFA-632B-4386-B1E7-6EA7566E192F}" presName="level3hierChild" presStyleCnt="0"/>
      <dgm:spPr/>
    </dgm:pt>
  </dgm:ptLst>
  <dgm:cxnLst>
    <dgm:cxn modelId="{CE90B404-78DF-4CED-960A-4509ACCAD840}" srcId="{3C557F45-8F71-4D15-A595-50653E7CEAC0}" destId="{B9DE5ABA-35C2-4748-8BA7-BA3B5A82B33E}" srcOrd="0" destOrd="0" parTransId="{B6ECF8C3-BB55-460F-8D7C-C54AC4B3B415}" sibTransId="{C2FE76F9-2E10-485A-9A11-F237D0604908}"/>
    <dgm:cxn modelId="{8CE2F110-F041-482D-BE09-EF192E660AF0}" type="presOf" srcId="{B6ECF8C3-BB55-460F-8D7C-C54AC4B3B415}" destId="{4A50AD59-6218-448E-8BAB-2E6275853079}" srcOrd="1" destOrd="0" presId="urn:microsoft.com/office/officeart/2005/8/layout/hierarchy2"/>
    <dgm:cxn modelId="{0F75152F-EDF2-4FBE-900C-DAD5C367A9D9}" srcId="{3C557F45-8F71-4D15-A595-50653E7CEAC0}" destId="{53C40EFA-632B-4386-B1E7-6EA7566E192F}" srcOrd="2" destOrd="0" parTransId="{E259526B-3DCD-45BE-9281-7D700954814E}" sibTransId="{71D6D2C2-397A-4D7E-8DA5-58FF486A759C}"/>
    <dgm:cxn modelId="{CAC56334-921F-4A1C-9247-BFF640F9A137}" type="presOf" srcId="{1402F503-7680-44F4-A257-89010E6B6EB3}" destId="{69A5BD6D-3BDE-4BAD-95EF-C40370D08AE0}" srcOrd="0" destOrd="0" presId="urn:microsoft.com/office/officeart/2005/8/layout/hierarchy2"/>
    <dgm:cxn modelId="{B3AC7E39-B8FA-4156-90BF-64F238E56300}" type="presOf" srcId="{B2506A29-5FA7-4364-ABB8-237BC2B297F3}" destId="{5DFF09BB-36EC-4174-833C-599D0E66183D}" srcOrd="0" destOrd="0" presId="urn:microsoft.com/office/officeart/2005/8/layout/hierarchy2"/>
    <dgm:cxn modelId="{CD9B2B3B-358D-4171-8123-7AA6EBCDD56F}" type="presOf" srcId="{3C557F45-8F71-4D15-A595-50653E7CEAC0}" destId="{71E296DD-FDF5-4C34-BC03-A50D95CA3DB8}" srcOrd="0" destOrd="0" presId="urn:microsoft.com/office/officeart/2005/8/layout/hierarchy2"/>
    <dgm:cxn modelId="{6CC1BD62-C627-41A7-BF89-3A66702C195B}" type="presOf" srcId="{3B2C48D5-0255-436A-92E4-79CAE2CD3F50}" destId="{3DF5CFBB-7375-423D-8409-41B62C4AFD76}" srcOrd="0" destOrd="0" presId="urn:microsoft.com/office/officeart/2005/8/layout/hierarchy2"/>
    <dgm:cxn modelId="{1798CC4B-B99D-43F5-9664-BB87ED990672}" type="presOf" srcId="{E259526B-3DCD-45BE-9281-7D700954814E}" destId="{3B5C84FD-6102-4149-ABEE-5CB86FEAC8F9}" srcOrd="0" destOrd="0" presId="urn:microsoft.com/office/officeart/2005/8/layout/hierarchy2"/>
    <dgm:cxn modelId="{D3CCEC51-670F-49E9-87FF-65151101FF93}" type="presOf" srcId="{B6ECF8C3-BB55-460F-8D7C-C54AC4B3B415}" destId="{ECE0586B-E249-436B-8EEE-E006A982A4C3}" srcOrd="0" destOrd="0" presId="urn:microsoft.com/office/officeart/2005/8/layout/hierarchy2"/>
    <dgm:cxn modelId="{F6C5F053-07E4-4B5C-A46F-AE9293DAAF27}" type="presOf" srcId="{B9DE5ABA-35C2-4748-8BA7-BA3B5A82B33E}" destId="{5FBB38D2-5E78-4DBE-BECD-8D317DB202CB}" srcOrd="0" destOrd="0" presId="urn:microsoft.com/office/officeart/2005/8/layout/hierarchy2"/>
    <dgm:cxn modelId="{F9CEE090-9E9A-49E2-8D3F-8436244F80D5}" type="presOf" srcId="{1402F503-7680-44F4-A257-89010E6B6EB3}" destId="{1CF40D15-B91D-47A3-89A8-53EFEDB0DECB}" srcOrd="1" destOrd="0" presId="urn:microsoft.com/office/officeart/2005/8/layout/hierarchy2"/>
    <dgm:cxn modelId="{C20859AC-AEA4-40A5-B009-16CF6C9CE330}" srcId="{3B2C48D5-0255-436A-92E4-79CAE2CD3F50}" destId="{3C557F45-8F71-4D15-A595-50653E7CEAC0}" srcOrd="0" destOrd="0" parTransId="{8FDB312B-E465-48EA-9C67-0F452BA2CF9F}" sibTransId="{6ADD91F7-F6BD-4C08-B49E-D63B25D5B167}"/>
    <dgm:cxn modelId="{9DDD49AF-4549-47DB-B763-EF0C85890563}" type="presOf" srcId="{E259526B-3DCD-45BE-9281-7D700954814E}" destId="{917274B1-F8DE-49B5-A3B2-AE438F831C77}" srcOrd="1" destOrd="0" presId="urn:microsoft.com/office/officeart/2005/8/layout/hierarchy2"/>
    <dgm:cxn modelId="{D41993C8-7FA1-471C-B892-9731B7A9D15B}" type="presOf" srcId="{53C40EFA-632B-4386-B1E7-6EA7566E192F}" destId="{2E00ECF9-BCB5-4B05-8F0C-7101E3C2F40C}" srcOrd="0" destOrd="0" presId="urn:microsoft.com/office/officeart/2005/8/layout/hierarchy2"/>
    <dgm:cxn modelId="{155204F2-3762-4BB8-B68C-D0C9FB8ACBC1}" srcId="{3C557F45-8F71-4D15-A595-50653E7CEAC0}" destId="{B2506A29-5FA7-4364-ABB8-237BC2B297F3}" srcOrd="1" destOrd="0" parTransId="{1402F503-7680-44F4-A257-89010E6B6EB3}" sibTransId="{1E7B8B4C-B01C-46D7-AE5A-C39FACD715AA}"/>
    <dgm:cxn modelId="{3EB6D1C3-46AD-466B-8760-59C60C5AC153}" type="presParOf" srcId="{3DF5CFBB-7375-423D-8409-41B62C4AFD76}" destId="{F839D181-FDDD-4B50-8BD1-090F4815F9EA}" srcOrd="0" destOrd="0" presId="urn:microsoft.com/office/officeart/2005/8/layout/hierarchy2"/>
    <dgm:cxn modelId="{B00D32C1-17D2-4E4A-B1BF-E7C8EE08138C}" type="presParOf" srcId="{F839D181-FDDD-4B50-8BD1-090F4815F9EA}" destId="{71E296DD-FDF5-4C34-BC03-A50D95CA3DB8}" srcOrd="0" destOrd="0" presId="urn:microsoft.com/office/officeart/2005/8/layout/hierarchy2"/>
    <dgm:cxn modelId="{A52E3AF5-8695-4072-AA13-2CD80BFFC16C}" type="presParOf" srcId="{F839D181-FDDD-4B50-8BD1-090F4815F9EA}" destId="{3630F6B8-6240-4E2D-A5B7-F27E75FB0B45}" srcOrd="1" destOrd="0" presId="urn:microsoft.com/office/officeart/2005/8/layout/hierarchy2"/>
    <dgm:cxn modelId="{4E3876BE-EC76-4456-9F71-B5FC73569C63}" type="presParOf" srcId="{3630F6B8-6240-4E2D-A5B7-F27E75FB0B45}" destId="{ECE0586B-E249-436B-8EEE-E006A982A4C3}" srcOrd="0" destOrd="0" presId="urn:microsoft.com/office/officeart/2005/8/layout/hierarchy2"/>
    <dgm:cxn modelId="{F7261659-45E5-484A-8FD6-B52AB6E2E83B}" type="presParOf" srcId="{ECE0586B-E249-436B-8EEE-E006A982A4C3}" destId="{4A50AD59-6218-448E-8BAB-2E6275853079}" srcOrd="0" destOrd="0" presId="urn:microsoft.com/office/officeart/2005/8/layout/hierarchy2"/>
    <dgm:cxn modelId="{56CA28A6-3DA6-4821-9514-678BBAE269A4}" type="presParOf" srcId="{3630F6B8-6240-4E2D-A5B7-F27E75FB0B45}" destId="{902BC3FB-23F4-42AF-8CF0-C03B25C04500}" srcOrd="1" destOrd="0" presId="urn:microsoft.com/office/officeart/2005/8/layout/hierarchy2"/>
    <dgm:cxn modelId="{DF2260C8-3D96-4218-B522-9F6C6CF78E99}" type="presParOf" srcId="{902BC3FB-23F4-42AF-8CF0-C03B25C04500}" destId="{5FBB38D2-5E78-4DBE-BECD-8D317DB202CB}" srcOrd="0" destOrd="0" presId="urn:microsoft.com/office/officeart/2005/8/layout/hierarchy2"/>
    <dgm:cxn modelId="{66702AB1-CEF2-48AF-9ECD-102241A2BC89}" type="presParOf" srcId="{902BC3FB-23F4-42AF-8CF0-C03B25C04500}" destId="{4E1404B0-6175-4DE1-977E-DB3E92DFB15E}" srcOrd="1" destOrd="0" presId="urn:microsoft.com/office/officeart/2005/8/layout/hierarchy2"/>
    <dgm:cxn modelId="{9D4B40E8-642B-4943-A237-C83D435343DF}" type="presParOf" srcId="{3630F6B8-6240-4E2D-A5B7-F27E75FB0B45}" destId="{69A5BD6D-3BDE-4BAD-95EF-C40370D08AE0}" srcOrd="2" destOrd="0" presId="urn:microsoft.com/office/officeart/2005/8/layout/hierarchy2"/>
    <dgm:cxn modelId="{26C38B3F-0885-44DA-BC15-3E3EA271D713}" type="presParOf" srcId="{69A5BD6D-3BDE-4BAD-95EF-C40370D08AE0}" destId="{1CF40D15-B91D-47A3-89A8-53EFEDB0DECB}" srcOrd="0" destOrd="0" presId="urn:microsoft.com/office/officeart/2005/8/layout/hierarchy2"/>
    <dgm:cxn modelId="{7B735A39-7FB2-46BD-A25F-101C2070C97B}" type="presParOf" srcId="{3630F6B8-6240-4E2D-A5B7-F27E75FB0B45}" destId="{D0F4A7F4-4CFD-4F83-836B-30058F616F36}" srcOrd="3" destOrd="0" presId="urn:microsoft.com/office/officeart/2005/8/layout/hierarchy2"/>
    <dgm:cxn modelId="{0D414094-CC31-47FB-B3A4-B444FD25ECAF}" type="presParOf" srcId="{D0F4A7F4-4CFD-4F83-836B-30058F616F36}" destId="{5DFF09BB-36EC-4174-833C-599D0E66183D}" srcOrd="0" destOrd="0" presId="urn:microsoft.com/office/officeart/2005/8/layout/hierarchy2"/>
    <dgm:cxn modelId="{887C3858-29A0-4E12-A6CC-12EDA1E59E3A}" type="presParOf" srcId="{D0F4A7F4-4CFD-4F83-836B-30058F616F36}" destId="{DE37032F-B401-41A6-BA99-A190C3E17DE0}" srcOrd="1" destOrd="0" presId="urn:microsoft.com/office/officeart/2005/8/layout/hierarchy2"/>
    <dgm:cxn modelId="{5672D0FC-8512-4C3E-831D-876144281741}" type="presParOf" srcId="{3630F6B8-6240-4E2D-A5B7-F27E75FB0B45}" destId="{3B5C84FD-6102-4149-ABEE-5CB86FEAC8F9}" srcOrd="4" destOrd="0" presId="urn:microsoft.com/office/officeart/2005/8/layout/hierarchy2"/>
    <dgm:cxn modelId="{52309FB8-887B-4BF7-AF77-2C1F1E8D5300}" type="presParOf" srcId="{3B5C84FD-6102-4149-ABEE-5CB86FEAC8F9}" destId="{917274B1-F8DE-49B5-A3B2-AE438F831C77}" srcOrd="0" destOrd="0" presId="urn:microsoft.com/office/officeart/2005/8/layout/hierarchy2"/>
    <dgm:cxn modelId="{8BA3EDC2-9206-48BC-988F-58717AD09C33}" type="presParOf" srcId="{3630F6B8-6240-4E2D-A5B7-F27E75FB0B45}" destId="{AF956DB8-7C68-46CD-89D8-9D9AEE2AF953}" srcOrd="5" destOrd="0" presId="urn:microsoft.com/office/officeart/2005/8/layout/hierarchy2"/>
    <dgm:cxn modelId="{CBCC3718-F88D-4752-940F-7A6359A28F9D}" type="presParOf" srcId="{AF956DB8-7C68-46CD-89D8-9D9AEE2AF953}" destId="{2E00ECF9-BCB5-4B05-8F0C-7101E3C2F40C}" srcOrd="0" destOrd="0" presId="urn:microsoft.com/office/officeart/2005/8/layout/hierarchy2"/>
    <dgm:cxn modelId="{6518AE39-CB4D-4F7A-BAFF-1EB60024C7C5}" type="presParOf" srcId="{AF956DB8-7C68-46CD-89D8-9D9AEE2AF953}" destId="{4CF237B6-9D2A-478E-91D2-8D00387ED81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06B4C2-BBEF-4ECB-88B6-907A5EB3050C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37C2920-3B17-425A-A088-DD43B4410118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UX</a:t>
          </a:r>
        </a:p>
      </dgm:t>
    </dgm:pt>
    <dgm:pt modelId="{ED5F93E3-2730-4424-88E0-7A9FD5B8F475}" type="parTrans" cxnId="{17890891-D96B-4E15-A314-361ABAA1281E}">
      <dgm:prSet/>
      <dgm:spPr/>
      <dgm:t>
        <a:bodyPr/>
        <a:lstStyle/>
        <a:p>
          <a:endParaRPr lang="es-ES"/>
        </a:p>
      </dgm:t>
    </dgm:pt>
    <dgm:pt modelId="{15E147D8-391D-4571-90CE-6CAE84290EC9}" type="sibTrans" cxnId="{17890891-D96B-4E15-A314-361ABAA1281E}">
      <dgm:prSet/>
      <dgm:spPr/>
      <dgm:t>
        <a:bodyPr/>
        <a:lstStyle/>
        <a:p>
          <a:endParaRPr lang="es-ES"/>
        </a:p>
      </dgm:t>
    </dgm:pt>
    <dgm:pt modelId="{47DDB920-A1A5-49C6-BEEC-0E0E9CA049BC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Limpieza de </a:t>
          </a:r>
          <a:r>
            <a:rPr lang="es-ES" sz="2800" b="1" dirty="0" err="1">
              <a:solidFill>
                <a:schemeClr val="tx1"/>
              </a:solidFill>
            </a:rPr>
            <a:t>bash</a:t>
          </a:r>
          <a:endParaRPr lang="es-ES" sz="2800" b="1" dirty="0">
            <a:solidFill>
              <a:schemeClr val="tx1"/>
            </a:solidFill>
          </a:endParaRPr>
        </a:p>
      </dgm:t>
    </dgm:pt>
    <dgm:pt modelId="{9FAA3E40-68BC-4380-AA7C-7CBF3D8A27E6}" type="parTrans" cxnId="{C7CE0EA4-C8AC-444F-AF58-D3D5073526A1}">
      <dgm:prSet/>
      <dgm:spPr/>
      <dgm:t>
        <a:bodyPr/>
        <a:lstStyle/>
        <a:p>
          <a:endParaRPr lang="es-ES"/>
        </a:p>
      </dgm:t>
    </dgm:pt>
    <dgm:pt modelId="{A703DD90-D51B-4150-A386-2E6B30E7A99A}" type="sibTrans" cxnId="{C7CE0EA4-C8AC-444F-AF58-D3D5073526A1}">
      <dgm:prSet/>
      <dgm:spPr/>
      <dgm:t>
        <a:bodyPr/>
        <a:lstStyle/>
        <a:p>
          <a:endParaRPr lang="es-ES"/>
        </a:p>
      </dgm:t>
    </dgm:pt>
    <dgm:pt modelId="{709AB57F-C278-4D20-BA12-2F2C59C351EE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Mensaje de error visible</a:t>
          </a:r>
        </a:p>
      </dgm:t>
    </dgm:pt>
    <dgm:pt modelId="{47A10D15-6C77-4339-AC04-A5E879C96F70}" type="parTrans" cxnId="{F97ECE11-358A-484D-ADB3-4FA87E990520}">
      <dgm:prSet/>
      <dgm:spPr/>
      <dgm:t>
        <a:bodyPr/>
        <a:lstStyle/>
        <a:p>
          <a:endParaRPr lang="es-ES"/>
        </a:p>
      </dgm:t>
    </dgm:pt>
    <dgm:pt modelId="{3642AD7E-F796-4595-89CC-D2263DDA9980}" type="sibTrans" cxnId="{F97ECE11-358A-484D-ADB3-4FA87E990520}">
      <dgm:prSet/>
      <dgm:spPr/>
      <dgm:t>
        <a:bodyPr/>
        <a:lstStyle/>
        <a:p>
          <a:endParaRPr lang="es-ES"/>
        </a:p>
      </dgm:t>
    </dgm:pt>
    <dgm:pt modelId="{3FEA48A5-19BE-4F6B-B4E3-2F6F11587F6C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Confirmación de acción</a:t>
          </a:r>
        </a:p>
      </dgm:t>
    </dgm:pt>
    <dgm:pt modelId="{434CFBA2-0C8F-4C5A-BEFE-7AE351CBEF8A}" type="parTrans" cxnId="{95CA79CD-015C-404F-A72B-DDCF335AB388}">
      <dgm:prSet/>
      <dgm:spPr/>
      <dgm:t>
        <a:bodyPr/>
        <a:lstStyle/>
        <a:p>
          <a:endParaRPr lang="es-ES"/>
        </a:p>
      </dgm:t>
    </dgm:pt>
    <dgm:pt modelId="{86B24EA7-7E3A-4F71-96FB-20CF1B5F524D}" type="sibTrans" cxnId="{95CA79CD-015C-404F-A72B-DDCF335AB388}">
      <dgm:prSet/>
      <dgm:spPr/>
      <dgm:t>
        <a:bodyPr/>
        <a:lstStyle/>
        <a:p>
          <a:endParaRPr lang="es-ES"/>
        </a:p>
      </dgm:t>
    </dgm:pt>
    <dgm:pt modelId="{2FF87434-2DF7-4349-8F22-0E261A6791AC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Tablas formateadas</a:t>
          </a:r>
        </a:p>
      </dgm:t>
    </dgm:pt>
    <dgm:pt modelId="{D467FAFC-C58D-438F-BE5B-975073231DBF}" type="parTrans" cxnId="{5F93493B-BBCD-4473-BDF0-B4F32DEE87A8}">
      <dgm:prSet/>
      <dgm:spPr/>
      <dgm:t>
        <a:bodyPr/>
        <a:lstStyle/>
        <a:p>
          <a:endParaRPr lang="es-ES"/>
        </a:p>
      </dgm:t>
    </dgm:pt>
    <dgm:pt modelId="{F3BA6A10-FB44-41CB-8931-4CC1A747AF94}" type="sibTrans" cxnId="{5F93493B-BBCD-4473-BDF0-B4F32DEE87A8}">
      <dgm:prSet/>
      <dgm:spPr/>
      <dgm:t>
        <a:bodyPr/>
        <a:lstStyle/>
        <a:p>
          <a:endParaRPr lang="es-ES"/>
        </a:p>
      </dgm:t>
    </dgm:pt>
    <dgm:pt modelId="{1B0C1B52-4826-4582-9B6B-FB142CD15CAE}" type="pres">
      <dgm:prSet presAssocID="{2606B4C2-BBEF-4ECB-88B6-907A5EB3050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6BAD4E-E468-4BDD-BC3A-5158CE8A538D}" type="pres">
      <dgm:prSet presAssocID="{537C2920-3B17-425A-A088-DD43B4410118}" presName="root1" presStyleCnt="0"/>
      <dgm:spPr/>
    </dgm:pt>
    <dgm:pt modelId="{9A107CE6-E950-4A6A-B461-A37B31A9BDD9}" type="pres">
      <dgm:prSet presAssocID="{537C2920-3B17-425A-A088-DD43B4410118}" presName="LevelOneTextNode" presStyleLbl="node0" presStyleIdx="0" presStyleCnt="1" custScaleX="27157" custScaleY="21966" custLinFactNeighborX="6920" custLinFactNeighborY="35361">
        <dgm:presLayoutVars>
          <dgm:chPref val="3"/>
        </dgm:presLayoutVars>
      </dgm:prSet>
      <dgm:spPr/>
    </dgm:pt>
    <dgm:pt modelId="{47BC899B-B0B4-4802-90B8-A35E9A7AC4ED}" type="pres">
      <dgm:prSet presAssocID="{537C2920-3B17-425A-A088-DD43B4410118}" presName="level2hierChild" presStyleCnt="0"/>
      <dgm:spPr/>
    </dgm:pt>
    <dgm:pt modelId="{F81581A2-6070-4C06-AD1C-1850CAD10C71}" type="pres">
      <dgm:prSet presAssocID="{9FAA3E40-68BC-4380-AA7C-7CBF3D8A27E6}" presName="conn2-1" presStyleLbl="parChTrans1D2" presStyleIdx="0" presStyleCnt="4"/>
      <dgm:spPr/>
    </dgm:pt>
    <dgm:pt modelId="{2FC9D524-5FCE-43BB-BF9C-6EF89F9656CC}" type="pres">
      <dgm:prSet presAssocID="{9FAA3E40-68BC-4380-AA7C-7CBF3D8A27E6}" presName="connTx" presStyleLbl="parChTrans1D2" presStyleIdx="0" presStyleCnt="4"/>
      <dgm:spPr/>
    </dgm:pt>
    <dgm:pt modelId="{814A21DE-E1BB-4518-915A-479A105E53CC}" type="pres">
      <dgm:prSet presAssocID="{47DDB920-A1A5-49C6-BEEC-0E0E9CA049BC}" presName="root2" presStyleCnt="0"/>
      <dgm:spPr/>
    </dgm:pt>
    <dgm:pt modelId="{AEB47643-2D7C-4954-B8AF-482293DBB47A}" type="pres">
      <dgm:prSet presAssocID="{47DDB920-A1A5-49C6-BEEC-0E0E9CA049BC}" presName="LevelTwoTextNode" presStyleLbl="node2" presStyleIdx="0" presStyleCnt="4" custScaleX="66725" custScaleY="15698" custLinFactNeighborX="1683" custLinFactNeighborY="18800">
        <dgm:presLayoutVars>
          <dgm:chPref val="3"/>
        </dgm:presLayoutVars>
      </dgm:prSet>
      <dgm:spPr/>
    </dgm:pt>
    <dgm:pt modelId="{4F2F8565-D598-40AF-B717-E2EAE116C17F}" type="pres">
      <dgm:prSet presAssocID="{47DDB920-A1A5-49C6-BEEC-0E0E9CA049BC}" presName="level3hierChild" presStyleCnt="0"/>
      <dgm:spPr/>
    </dgm:pt>
    <dgm:pt modelId="{DD88DFCE-0F46-4E49-AAE1-C215300530C7}" type="pres">
      <dgm:prSet presAssocID="{47A10D15-6C77-4339-AC04-A5E879C96F70}" presName="conn2-1" presStyleLbl="parChTrans1D2" presStyleIdx="1" presStyleCnt="4"/>
      <dgm:spPr/>
    </dgm:pt>
    <dgm:pt modelId="{9E19BC7B-26A2-406A-954F-D563698CB940}" type="pres">
      <dgm:prSet presAssocID="{47A10D15-6C77-4339-AC04-A5E879C96F70}" presName="connTx" presStyleLbl="parChTrans1D2" presStyleIdx="1" presStyleCnt="4"/>
      <dgm:spPr/>
    </dgm:pt>
    <dgm:pt modelId="{91F14B62-9101-40BC-8DA8-A2F2EDF8CA1D}" type="pres">
      <dgm:prSet presAssocID="{709AB57F-C278-4D20-BA12-2F2C59C351EE}" presName="root2" presStyleCnt="0"/>
      <dgm:spPr/>
    </dgm:pt>
    <dgm:pt modelId="{824F9812-106E-455E-AF6F-951FC13DBD37}" type="pres">
      <dgm:prSet presAssocID="{709AB57F-C278-4D20-BA12-2F2C59C351EE}" presName="LevelTwoTextNode" presStyleLbl="node2" presStyleIdx="1" presStyleCnt="4" custScaleX="66725" custScaleY="15698" custLinFactNeighborX="1683" custLinFactNeighborY="11120">
        <dgm:presLayoutVars>
          <dgm:chPref val="3"/>
        </dgm:presLayoutVars>
      </dgm:prSet>
      <dgm:spPr/>
    </dgm:pt>
    <dgm:pt modelId="{321659B2-B64A-4BC2-89C6-56A3F67D8A24}" type="pres">
      <dgm:prSet presAssocID="{709AB57F-C278-4D20-BA12-2F2C59C351EE}" presName="level3hierChild" presStyleCnt="0"/>
      <dgm:spPr/>
    </dgm:pt>
    <dgm:pt modelId="{BE5B47B6-4CEC-4069-A18C-0677C9946A32}" type="pres">
      <dgm:prSet presAssocID="{434CFBA2-0C8F-4C5A-BEFE-7AE351CBEF8A}" presName="conn2-1" presStyleLbl="parChTrans1D2" presStyleIdx="2" presStyleCnt="4"/>
      <dgm:spPr/>
    </dgm:pt>
    <dgm:pt modelId="{78A342BE-9830-4026-B8B6-16EDE7F74DBB}" type="pres">
      <dgm:prSet presAssocID="{434CFBA2-0C8F-4C5A-BEFE-7AE351CBEF8A}" presName="connTx" presStyleLbl="parChTrans1D2" presStyleIdx="2" presStyleCnt="4"/>
      <dgm:spPr/>
    </dgm:pt>
    <dgm:pt modelId="{16BF9B2D-12C5-4B37-A6C3-BD3185B9B9C0}" type="pres">
      <dgm:prSet presAssocID="{3FEA48A5-19BE-4F6B-B4E3-2F6F11587F6C}" presName="root2" presStyleCnt="0"/>
      <dgm:spPr/>
    </dgm:pt>
    <dgm:pt modelId="{DE035AF0-ED22-4F67-A41B-3EDFBBBDEC7B}" type="pres">
      <dgm:prSet presAssocID="{3FEA48A5-19BE-4F6B-B4E3-2F6F11587F6C}" presName="LevelTwoTextNode" presStyleLbl="node2" presStyleIdx="2" presStyleCnt="4" custScaleX="66725" custScaleY="15698" custLinFactNeighborX="1457" custLinFactNeighborY="24456">
        <dgm:presLayoutVars>
          <dgm:chPref val="3"/>
        </dgm:presLayoutVars>
      </dgm:prSet>
      <dgm:spPr/>
    </dgm:pt>
    <dgm:pt modelId="{780628F8-DD5A-4B3B-88F9-BCF335D91024}" type="pres">
      <dgm:prSet presAssocID="{3FEA48A5-19BE-4F6B-B4E3-2F6F11587F6C}" presName="level3hierChild" presStyleCnt="0"/>
      <dgm:spPr/>
    </dgm:pt>
    <dgm:pt modelId="{89FAE03E-A7D4-49A1-81DD-FE0EA8C9C7A4}" type="pres">
      <dgm:prSet presAssocID="{D467FAFC-C58D-438F-BE5B-975073231DBF}" presName="conn2-1" presStyleLbl="parChTrans1D2" presStyleIdx="3" presStyleCnt="4"/>
      <dgm:spPr/>
    </dgm:pt>
    <dgm:pt modelId="{A5E8A7A1-0A5C-4B53-983C-B39494BF1C0D}" type="pres">
      <dgm:prSet presAssocID="{D467FAFC-C58D-438F-BE5B-975073231DBF}" presName="connTx" presStyleLbl="parChTrans1D2" presStyleIdx="3" presStyleCnt="4"/>
      <dgm:spPr/>
    </dgm:pt>
    <dgm:pt modelId="{1CBABE73-24D8-4232-B4BC-69F1DB797640}" type="pres">
      <dgm:prSet presAssocID="{2FF87434-2DF7-4349-8F22-0E261A6791AC}" presName="root2" presStyleCnt="0"/>
      <dgm:spPr/>
    </dgm:pt>
    <dgm:pt modelId="{4460D0EC-5EEF-4D8C-88AC-F38392D22F7C}" type="pres">
      <dgm:prSet presAssocID="{2FF87434-2DF7-4349-8F22-0E261A6791AC}" presName="LevelTwoTextNode" presStyleLbl="node2" presStyleIdx="3" presStyleCnt="4" custScaleX="66725" custScaleY="15698" custLinFactNeighborX="1585" custLinFactNeighborY="-29140">
        <dgm:presLayoutVars>
          <dgm:chPref val="3"/>
        </dgm:presLayoutVars>
      </dgm:prSet>
      <dgm:spPr/>
    </dgm:pt>
    <dgm:pt modelId="{2F3112A9-3823-47D7-8261-DD3F0B715F67}" type="pres">
      <dgm:prSet presAssocID="{2FF87434-2DF7-4349-8F22-0E261A6791AC}" presName="level3hierChild" presStyleCnt="0"/>
      <dgm:spPr/>
    </dgm:pt>
  </dgm:ptLst>
  <dgm:cxnLst>
    <dgm:cxn modelId="{9C4A460F-1404-4E40-90B7-F72FB003E93E}" type="presOf" srcId="{434CFBA2-0C8F-4C5A-BEFE-7AE351CBEF8A}" destId="{BE5B47B6-4CEC-4069-A18C-0677C9946A32}" srcOrd="0" destOrd="0" presId="urn:microsoft.com/office/officeart/2005/8/layout/hierarchy2"/>
    <dgm:cxn modelId="{F97ECE11-358A-484D-ADB3-4FA87E990520}" srcId="{537C2920-3B17-425A-A088-DD43B4410118}" destId="{709AB57F-C278-4D20-BA12-2F2C59C351EE}" srcOrd="1" destOrd="0" parTransId="{47A10D15-6C77-4339-AC04-A5E879C96F70}" sibTransId="{3642AD7E-F796-4595-89CC-D2263DDA9980}"/>
    <dgm:cxn modelId="{6E71611F-1AEE-4E11-9BA5-68C69412BDF7}" type="presOf" srcId="{D467FAFC-C58D-438F-BE5B-975073231DBF}" destId="{A5E8A7A1-0A5C-4B53-983C-B39494BF1C0D}" srcOrd="1" destOrd="0" presId="urn:microsoft.com/office/officeart/2005/8/layout/hierarchy2"/>
    <dgm:cxn modelId="{D7D53A33-5465-4D47-8F23-69AB53B53FDA}" type="presOf" srcId="{2606B4C2-BBEF-4ECB-88B6-907A5EB3050C}" destId="{1B0C1B52-4826-4582-9B6B-FB142CD15CAE}" srcOrd="0" destOrd="0" presId="urn:microsoft.com/office/officeart/2005/8/layout/hierarchy2"/>
    <dgm:cxn modelId="{5F93493B-BBCD-4473-BDF0-B4F32DEE87A8}" srcId="{537C2920-3B17-425A-A088-DD43B4410118}" destId="{2FF87434-2DF7-4349-8F22-0E261A6791AC}" srcOrd="3" destOrd="0" parTransId="{D467FAFC-C58D-438F-BE5B-975073231DBF}" sibTransId="{F3BA6A10-FB44-41CB-8931-4CC1A747AF94}"/>
    <dgm:cxn modelId="{00881244-F74E-4BE6-8ABC-609D8A7A1B3E}" type="presOf" srcId="{47A10D15-6C77-4339-AC04-A5E879C96F70}" destId="{DD88DFCE-0F46-4E49-AAE1-C215300530C7}" srcOrd="0" destOrd="0" presId="urn:microsoft.com/office/officeart/2005/8/layout/hierarchy2"/>
    <dgm:cxn modelId="{46B9DE65-19A5-4258-8FBF-64F95CB7B8E5}" type="presOf" srcId="{9FAA3E40-68BC-4380-AA7C-7CBF3D8A27E6}" destId="{2FC9D524-5FCE-43BB-BF9C-6EF89F9656CC}" srcOrd="1" destOrd="0" presId="urn:microsoft.com/office/officeart/2005/8/layout/hierarchy2"/>
    <dgm:cxn modelId="{BC74CE6D-5384-480A-BF80-81C9552ABE75}" type="presOf" srcId="{2FF87434-2DF7-4349-8F22-0E261A6791AC}" destId="{4460D0EC-5EEF-4D8C-88AC-F38392D22F7C}" srcOrd="0" destOrd="0" presId="urn:microsoft.com/office/officeart/2005/8/layout/hierarchy2"/>
    <dgm:cxn modelId="{6A98B471-A515-4D8A-A7E4-C729C1C1C1E1}" type="presOf" srcId="{47A10D15-6C77-4339-AC04-A5E879C96F70}" destId="{9E19BC7B-26A2-406A-954F-D563698CB940}" srcOrd="1" destOrd="0" presId="urn:microsoft.com/office/officeart/2005/8/layout/hierarchy2"/>
    <dgm:cxn modelId="{17890891-D96B-4E15-A314-361ABAA1281E}" srcId="{2606B4C2-BBEF-4ECB-88B6-907A5EB3050C}" destId="{537C2920-3B17-425A-A088-DD43B4410118}" srcOrd="0" destOrd="0" parTransId="{ED5F93E3-2730-4424-88E0-7A9FD5B8F475}" sibTransId="{15E147D8-391D-4571-90CE-6CAE84290EC9}"/>
    <dgm:cxn modelId="{7C1BDAA0-4878-449E-97BD-AD7CB14BD85F}" type="presOf" srcId="{47DDB920-A1A5-49C6-BEEC-0E0E9CA049BC}" destId="{AEB47643-2D7C-4954-B8AF-482293DBB47A}" srcOrd="0" destOrd="0" presId="urn:microsoft.com/office/officeart/2005/8/layout/hierarchy2"/>
    <dgm:cxn modelId="{C7CE0EA4-C8AC-444F-AF58-D3D5073526A1}" srcId="{537C2920-3B17-425A-A088-DD43B4410118}" destId="{47DDB920-A1A5-49C6-BEEC-0E0E9CA049BC}" srcOrd="0" destOrd="0" parTransId="{9FAA3E40-68BC-4380-AA7C-7CBF3D8A27E6}" sibTransId="{A703DD90-D51B-4150-A386-2E6B30E7A99A}"/>
    <dgm:cxn modelId="{E92392A5-743D-413E-A13C-2755D3C1A92F}" type="presOf" srcId="{3FEA48A5-19BE-4F6B-B4E3-2F6F11587F6C}" destId="{DE035AF0-ED22-4F67-A41B-3EDFBBBDEC7B}" srcOrd="0" destOrd="0" presId="urn:microsoft.com/office/officeart/2005/8/layout/hierarchy2"/>
    <dgm:cxn modelId="{0D70DEB1-C8CB-407E-A97C-FA74A8400433}" type="presOf" srcId="{537C2920-3B17-425A-A088-DD43B4410118}" destId="{9A107CE6-E950-4A6A-B461-A37B31A9BDD9}" srcOrd="0" destOrd="0" presId="urn:microsoft.com/office/officeart/2005/8/layout/hierarchy2"/>
    <dgm:cxn modelId="{063A50B4-DB04-4963-A1A7-84EA8E602A11}" type="presOf" srcId="{9FAA3E40-68BC-4380-AA7C-7CBF3D8A27E6}" destId="{F81581A2-6070-4C06-AD1C-1850CAD10C71}" srcOrd="0" destOrd="0" presId="urn:microsoft.com/office/officeart/2005/8/layout/hierarchy2"/>
    <dgm:cxn modelId="{2C7919C4-FDCB-441D-9288-B221B0B6AF2E}" type="presOf" srcId="{434CFBA2-0C8F-4C5A-BEFE-7AE351CBEF8A}" destId="{78A342BE-9830-4026-B8B6-16EDE7F74DBB}" srcOrd="1" destOrd="0" presId="urn:microsoft.com/office/officeart/2005/8/layout/hierarchy2"/>
    <dgm:cxn modelId="{C5B5E2CB-FAA2-448E-B48C-B56598ED4E8C}" type="presOf" srcId="{D467FAFC-C58D-438F-BE5B-975073231DBF}" destId="{89FAE03E-A7D4-49A1-81DD-FE0EA8C9C7A4}" srcOrd="0" destOrd="0" presId="urn:microsoft.com/office/officeart/2005/8/layout/hierarchy2"/>
    <dgm:cxn modelId="{95CA79CD-015C-404F-A72B-DDCF335AB388}" srcId="{537C2920-3B17-425A-A088-DD43B4410118}" destId="{3FEA48A5-19BE-4F6B-B4E3-2F6F11587F6C}" srcOrd="2" destOrd="0" parTransId="{434CFBA2-0C8F-4C5A-BEFE-7AE351CBEF8A}" sibTransId="{86B24EA7-7E3A-4F71-96FB-20CF1B5F524D}"/>
    <dgm:cxn modelId="{9A528FE5-0166-4EC5-A364-2215A9C3E6B3}" type="presOf" srcId="{709AB57F-C278-4D20-BA12-2F2C59C351EE}" destId="{824F9812-106E-455E-AF6F-951FC13DBD37}" srcOrd="0" destOrd="0" presId="urn:microsoft.com/office/officeart/2005/8/layout/hierarchy2"/>
    <dgm:cxn modelId="{18E92E29-C081-4616-8F91-56BEECCFEB3D}" type="presParOf" srcId="{1B0C1B52-4826-4582-9B6B-FB142CD15CAE}" destId="{436BAD4E-E468-4BDD-BC3A-5158CE8A538D}" srcOrd="0" destOrd="0" presId="urn:microsoft.com/office/officeart/2005/8/layout/hierarchy2"/>
    <dgm:cxn modelId="{41A960FC-4E0E-4E20-83DF-B310323A56A3}" type="presParOf" srcId="{436BAD4E-E468-4BDD-BC3A-5158CE8A538D}" destId="{9A107CE6-E950-4A6A-B461-A37B31A9BDD9}" srcOrd="0" destOrd="0" presId="urn:microsoft.com/office/officeart/2005/8/layout/hierarchy2"/>
    <dgm:cxn modelId="{B4B9192F-D13D-4206-973A-416C3BAB3A67}" type="presParOf" srcId="{436BAD4E-E468-4BDD-BC3A-5158CE8A538D}" destId="{47BC899B-B0B4-4802-90B8-A35E9A7AC4ED}" srcOrd="1" destOrd="0" presId="urn:microsoft.com/office/officeart/2005/8/layout/hierarchy2"/>
    <dgm:cxn modelId="{DF033CD1-FB5E-48CE-A43F-04710BF6E710}" type="presParOf" srcId="{47BC899B-B0B4-4802-90B8-A35E9A7AC4ED}" destId="{F81581A2-6070-4C06-AD1C-1850CAD10C71}" srcOrd="0" destOrd="0" presId="urn:microsoft.com/office/officeart/2005/8/layout/hierarchy2"/>
    <dgm:cxn modelId="{1BC81352-1B59-4E77-A91B-F0344E61FD90}" type="presParOf" srcId="{F81581A2-6070-4C06-AD1C-1850CAD10C71}" destId="{2FC9D524-5FCE-43BB-BF9C-6EF89F9656CC}" srcOrd="0" destOrd="0" presId="urn:microsoft.com/office/officeart/2005/8/layout/hierarchy2"/>
    <dgm:cxn modelId="{CA046E9D-A9EC-42F5-A73D-96CEB7210FA8}" type="presParOf" srcId="{47BC899B-B0B4-4802-90B8-A35E9A7AC4ED}" destId="{814A21DE-E1BB-4518-915A-479A105E53CC}" srcOrd="1" destOrd="0" presId="urn:microsoft.com/office/officeart/2005/8/layout/hierarchy2"/>
    <dgm:cxn modelId="{54890DAF-AE84-46F7-8374-804165444345}" type="presParOf" srcId="{814A21DE-E1BB-4518-915A-479A105E53CC}" destId="{AEB47643-2D7C-4954-B8AF-482293DBB47A}" srcOrd="0" destOrd="0" presId="urn:microsoft.com/office/officeart/2005/8/layout/hierarchy2"/>
    <dgm:cxn modelId="{59FF9DEF-B01F-4552-A170-A36A787A4AC1}" type="presParOf" srcId="{814A21DE-E1BB-4518-915A-479A105E53CC}" destId="{4F2F8565-D598-40AF-B717-E2EAE116C17F}" srcOrd="1" destOrd="0" presId="urn:microsoft.com/office/officeart/2005/8/layout/hierarchy2"/>
    <dgm:cxn modelId="{7C1D0AF2-D621-46D5-B36E-DB669985FEF0}" type="presParOf" srcId="{47BC899B-B0B4-4802-90B8-A35E9A7AC4ED}" destId="{DD88DFCE-0F46-4E49-AAE1-C215300530C7}" srcOrd="2" destOrd="0" presId="urn:microsoft.com/office/officeart/2005/8/layout/hierarchy2"/>
    <dgm:cxn modelId="{88F3A98A-1EE1-45B8-A28E-29F4DD5AF68D}" type="presParOf" srcId="{DD88DFCE-0F46-4E49-AAE1-C215300530C7}" destId="{9E19BC7B-26A2-406A-954F-D563698CB940}" srcOrd="0" destOrd="0" presId="urn:microsoft.com/office/officeart/2005/8/layout/hierarchy2"/>
    <dgm:cxn modelId="{58B0A22B-501F-4FA1-B42D-BA22E5B7C6BC}" type="presParOf" srcId="{47BC899B-B0B4-4802-90B8-A35E9A7AC4ED}" destId="{91F14B62-9101-40BC-8DA8-A2F2EDF8CA1D}" srcOrd="3" destOrd="0" presId="urn:microsoft.com/office/officeart/2005/8/layout/hierarchy2"/>
    <dgm:cxn modelId="{59C15D0A-F60C-4330-B227-A9427C6A08A9}" type="presParOf" srcId="{91F14B62-9101-40BC-8DA8-A2F2EDF8CA1D}" destId="{824F9812-106E-455E-AF6F-951FC13DBD37}" srcOrd="0" destOrd="0" presId="urn:microsoft.com/office/officeart/2005/8/layout/hierarchy2"/>
    <dgm:cxn modelId="{1FE138D1-8D36-4B05-BD63-82B7A8E913D2}" type="presParOf" srcId="{91F14B62-9101-40BC-8DA8-A2F2EDF8CA1D}" destId="{321659B2-B64A-4BC2-89C6-56A3F67D8A24}" srcOrd="1" destOrd="0" presId="urn:microsoft.com/office/officeart/2005/8/layout/hierarchy2"/>
    <dgm:cxn modelId="{CB6FEBB5-7090-4DD7-9C82-B17F5415FE03}" type="presParOf" srcId="{47BC899B-B0B4-4802-90B8-A35E9A7AC4ED}" destId="{BE5B47B6-4CEC-4069-A18C-0677C9946A32}" srcOrd="4" destOrd="0" presId="urn:microsoft.com/office/officeart/2005/8/layout/hierarchy2"/>
    <dgm:cxn modelId="{17B361B8-471F-4558-AB84-188FF4C4E76F}" type="presParOf" srcId="{BE5B47B6-4CEC-4069-A18C-0677C9946A32}" destId="{78A342BE-9830-4026-B8B6-16EDE7F74DBB}" srcOrd="0" destOrd="0" presId="urn:microsoft.com/office/officeart/2005/8/layout/hierarchy2"/>
    <dgm:cxn modelId="{32A767D9-A649-4889-9721-05FCCB5BDE9B}" type="presParOf" srcId="{47BC899B-B0B4-4802-90B8-A35E9A7AC4ED}" destId="{16BF9B2D-12C5-4B37-A6C3-BD3185B9B9C0}" srcOrd="5" destOrd="0" presId="urn:microsoft.com/office/officeart/2005/8/layout/hierarchy2"/>
    <dgm:cxn modelId="{8D4045B3-E15C-4D76-952C-BEDA391BD1E0}" type="presParOf" srcId="{16BF9B2D-12C5-4B37-A6C3-BD3185B9B9C0}" destId="{DE035AF0-ED22-4F67-A41B-3EDFBBBDEC7B}" srcOrd="0" destOrd="0" presId="urn:microsoft.com/office/officeart/2005/8/layout/hierarchy2"/>
    <dgm:cxn modelId="{0C998F6C-1931-452D-9AF8-2D0BC2C012D5}" type="presParOf" srcId="{16BF9B2D-12C5-4B37-A6C3-BD3185B9B9C0}" destId="{780628F8-DD5A-4B3B-88F9-BCF335D91024}" srcOrd="1" destOrd="0" presId="urn:microsoft.com/office/officeart/2005/8/layout/hierarchy2"/>
    <dgm:cxn modelId="{B63C40B8-5363-4054-8E63-378ACFDE9BAD}" type="presParOf" srcId="{47BC899B-B0B4-4802-90B8-A35E9A7AC4ED}" destId="{89FAE03E-A7D4-49A1-81DD-FE0EA8C9C7A4}" srcOrd="6" destOrd="0" presId="urn:microsoft.com/office/officeart/2005/8/layout/hierarchy2"/>
    <dgm:cxn modelId="{F253A5EC-8E4C-4C50-A41D-4E9782050806}" type="presParOf" srcId="{89FAE03E-A7D4-49A1-81DD-FE0EA8C9C7A4}" destId="{A5E8A7A1-0A5C-4B53-983C-B39494BF1C0D}" srcOrd="0" destOrd="0" presId="urn:microsoft.com/office/officeart/2005/8/layout/hierarchy2"/>
    <dgm:cxn modelId="{178C2D14-68BA-4E92-9166-96F3D589231E}" type="presParOf" srcId="{47BC899B-B0B4-4802-90B8-A35E9A7AC4ED}" destId="{1CBABE73-24D8-4232-B4BC-69F1DB797640}" srcOrd="7" destOrd="0" presId="urn:microsoft.com/office/officeart/2005/8/layout/hierarchy2"/>
    <dgm:cxn modelId="{D6B9A1EE-9CCA-4B4C-86F7-4B4A6E7A2A92}" type="presParOf" srcId="{1CBABE73-24D8-4232-B4BC-69F1DB797640}" destId="{4460D0EC-5EEF-4D8C-88AC-F38392D22F7C}" srcOrd="0" destOrd="0" presId="urn:microsoft.com/office/officeart/2005/8/layout/hierarchy2"/>
    <dgm:cxn modelId="{C4DB3A52-38C7-4CF7-930F-676AE0573A08}" type="presParOf" srcId="{1CBABE73-24D8-4232-B4BC-69F1DB797640}" destId="{2F3112A9-3823-47D7-8261-DD3F0B715F6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7C0B27-AA5E-46E5-9052-4D16FFE408F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39D8EC8-E797-499D-906C-56BFF4C198E4}">
      <dgm:prSet phldrT="[Texto]" phldr="0" custT="1"/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Características </a:t>
          </a:r>
        </a:p>
      </dgm:t>
    </dgm:pt>
    <dgm:pt modelId="{04D530A0-C002-4CA0-9974-37671149FDD3}" type="parTrans" cxnId="{EB409611-DAB6-4453-AADA-CAB6E33C0B11}">
      <dgm:prSet/>
      <dgm:spPr/>
      <dgm:t>
        <a:bodyPr/>
        <a:lstStyle/>
        <a:p>
          <a:endParaRPr lang="es-ES"/>
        </a:p>
      </dgm:t>
    </dgm:pt>
    <dgm:pt modelId="{636777C8-55FB-4F92-A38D-D4E45489639F}" type="sibTrans" cxnId="{EB409611-DAB6-4453-AADA-CAB6E33C0B11}">
      <dgm:prSet/>
      <dgm:spPr/>
      <dgm:t>
        <a:bodyPr/>
        <a:lstStyle/>
        <a:p>
          <a:endParaRPr lang="es-ES"/>
        </a:p>
      </dgm:t>
    </dgm:pt>
    <dgm:pt modelId="{F60C2831-7C39-4DBC-AFD1-75C598EBC801}">
      <dgm:prSet phldrT="[Texto]" phldr="0" custT="1"/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Valida en tiempo real</a:t>
          </a:r>
        </a:p>
      </dgm:t>
    </dgm:pt>
    <dgm:pt modelId="{5813AAB8-12AD-4EB2-B7D1-2E05421A6B64}" type="parTrans" cxnId="{C6F57622-0A39-4694-924E-60FA393FB26F}">
      <dgm:prSet/>
      <dgm:spPr/>
      <dgm:t>
        <a:bodyPr/>
        <a:lstStyle/>
        <a:p>
          <a:endParaRPr lang="es-ES"/>
        </a:p>
      </dgm:t>
    </dgm:pt>
    <dgm:pt modelId="{3F70D767-3382-4C16-AE6E-4E605E9BBA04}" type="sibTrans" cxnId="{C6F57622-0A39-4694-924E-60FA393FB26F}">
      <dgm:prSet/>
      <dgm:spPr/>
      <dgm:t>
        <a:bodyPr/>
        <a:lstStyle/>
        <a:p>
          <a:endParaRPr lang="es-ES"/>
        </a:p>
      </dgm:t>
    </dgm:pt>
    <dgm:pt modelId="{86978B75-A7F1-4903-93AD-F8CE8E3D3A25}">
      <dgm:prSet phldrT="[Texto]" phldr="0" custT="1"/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Mensaje error claro</a:t>
          </a:r>
        </a:p>
      </dgm:t>
    </dgm:pt>
    <dgm:pt modelId="{D4BC2DD1-14E6-4D65-8B21-4C5EA1B6DF69}" type="parTrans" cxnId="{41575781-9770-4A41-B7AB-2966E55C67BB}">
      <dgm:prSet/>
      <dgm:spPr/>
      <dgm:t>
        <a:bodyPr/>
        <a:lstStyle/>
        <a:p>
          <a:endParaRPr lang="es-ES"/>
        </a:p>
      </dgm:t>
    </dgm:pt>
    <dgm:pt modelId="{43889B89-07A0-42EE-BB77-1ADD45B7B223}" type="sibTrans" cxnId="{41575781-9770-4A41-B7AB-2966E55C67BB}">
      <dgm:prSet/>
      <dgm:spPr/>
      <dgm:t>
        <a:bodyPr/>
        <a:lstStyle/>
        <a:p>
          <a:endParaRPr lang="es-ES"/>
        </a:p>
      </dgm:t>
    </dgm:pt>
    <dgm:pt modelId="{553AC1E8-AABF-49ED-B601-E2C77090E063}">
      <dgm:prSet phldrT="[Texto]" phldr="0" custT="1"/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s-ES" sz="2800" b="1" dirty="0">
              <a:solidFill>
                <a:schemeClr val="tx1"/>
              </a:solidFill>
            </a:rPr>
            <a:t>Posibilidad de cancela</a:t>
          </a:r>
        </a:p>
      </dgm:t>
    </dgm:pt>
    <dgm:pt modelId="{C9CD527C-2D27-455A-92C3-19462171F7B6}" type="parTrans" cxnId="{CC1C8940-9BDF-4CE7-8417-488D952F60C8}">
      <dgm:prSet/>
      <dgm:spPr/>
      <dgm:t>
        <a:bodyPr/>
        <a:lstStyle/>
        <a:p>
          <a:endParaRPr lang="es-ES"/>
        </a:p>
      </dgm:t>
    </dgm:pt>
    <dgm:pt modelId="{9CCF05B3-3B15-4D5E-B1E5-92ED099455D8}" type="sibTrans" cxnId="{CC1C8940-9BDF-4CE7-8417-488D952F60C8}">
      <dgm:prSet/>
      <dgm:spPr/>
      <dgm:t>
        <a:bodyPr/>
        <a:lstStyle/>
        <a:p>
          <a:endParaRPr lang="es-ES"/>
        </a:p>
      </dgm:t>
    </dgm:pt>
    <dgm:pt modelId="{AFC82CCB-B775-47E1-9F60-852B10DABEB9}" type="pres">
      <dgm:prSet presAssocID="{997C0B27-AA5E-46E5-9052-4D16FFE408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D0BC72-62D1-41AB-BA2B-9BEE74BA01AD}" type="pres">
      <dgm:prSet presAssocID="{E39D8EC8-E797-499D-906C-56BFF4C198E4}" presName="root1" presStyleCnt="0"/>
      <dgm:spPr/>
    </dgm:pt>
    <dgm:pt modelId="{F93E6B93-A40E-417F-9B35-335EE20ABA66}" type="pres">
      <dgm:prSet presAssocID="{E39D8EC8-E797-499D-906C-56BFF4C198E4}" presName="LevelOneTextNode" presStyleLbl="node0" presStyleIdx="0" presStyleCnt="1" custScaleX="134519" custScaleY="35781" custLinFactNeighborX="-1093" custLinFactNeighborY="75933">
        <dgm:presLayoutVars>
          <dgm:chPref val="3"/>
        </dgm:presLayoutVars>
      </dgm:prSet>
      <dgm:spPr/>
    </dgm:pt>
    <dgm:pt modelId="{B04BFEF2-FCBA-4A41-9673-D1DC693DAC03}" type="pres">
      <dgm:prSet presAssocID="{E39D8EC8-E797-499D-906C-56BFF4C198E4}" presName="level2hierChild" presStyleCnt="0"/>
      <dgm:spPr/>
    </dgm:pt>
    <dgm:pt modelId="{1F4C9E71-53CE-4514-B326-B498E4CD166C}" type="pres">
      <dgm:prSet presAssocID="{5813AAB8-12AD-4EB2-B7D1-2E05421A6B64}" presName="conn2-1" presStyleLbl="parChTrans1D2" presStyleIdx="0" presStyleCnt="3"/>
      <dgm:spPr/>
    </dgm:pt>
    <dgm:pt modelId="{E0FBFAEA-3D14-45F2-8CB9-AFC540E08250}" type="pres">
      <dgm:prSet presAssocID="{5813AAB8-12AD-4EB2-B7D1-2E05421A6B64}" presName="connTx" presStyleLbl="parChTrans1D2" presStyleIdx="0" presStyleCnt="3"/>
      <dgm:spPr/>
    </dgm:pt>
    <dgm:pt modelId="{B9E23F08-1ADA-4997-B636-3E0797F4E51F}" type="pres">
      <dgm:prSet presAssocID="{F60C2831-7C39-4DBC-AFD1-75C598EBC801}" presName="root2" presStyleCnt="0"/>
      <dgm:spPr/>
    </dgm:pt>
    <dgm:pt modelId="{ACCD29D6-99B5-421E-A099-3870097B631A}" type="pres">
      <dgm:prSet presAssocID="{F60C2831-7C39-4DBC-AFD1-75C598EBC801}" presName="LevelTwoTextNode" presStyleLbl="node2" presStyleIdx="0" presStyleCnt="3" custScaleX="134519" custScaleY="35781" custLinFactNeighborX="-1093" custLinFactNeighborY="75933">
        <dgm:presLayoutVars>
          <dgm:chPref val="3"/>
        </dgm:presLayoutVars>
      </dgm:prSet>
      <dgm:spPr/>
    </dgm:pt>
    <dgm:pt modelId="{2AFBC012-9718-4021-B0BD-EB15282854DC}" type="pres">
      <dgm:prSet presAssocID="{F60C2831-7C39-4DBC-AFD1-75C598EBC801}" presName="level3hierChild" presStyleCnt="0"/>
      <dgm:spPr/>
    </dgm:pt>
    <dgm:pt modelId="{FED3C049-EFE6-4B7B-BA32-67526894BF7F}" type="pres">
      <dgm:prSet presAssocID="{D4BC2DD1-14E6-4D65-8B21-4C5EA1B6DF69}" presName="conn2-1" presStyleLbl="parChTrans1D2" presStyleIdx="1" presStyleCnt="3"/>
      <dgm:spPr/>
    </dgm:pt>
    <dgm:pt modelId="{10452773-8419-4F39-A179-601818CBEEBC}" type="pres">
      <dgm:prSet presAssocID="{D4BC2DD1-14E6-4D65-8B21-4C5EA1B6DF69}" presName="connTx" presStyleLbl="parChTrans1D2" presStyleIdx="1" presStyleCnt="3"/>
      <dgm:spPr/>
    </dgm:pt>
    <dgm:pt modelId="{887F5F5F-AB43-47DF-9B5A-686828D850BE}" type="pres">
      <dgm:prSet presAssocID="{86978B75-A7F1-4903-93AD-F8CE8E3D3A25}" presName="root2" presStyleCnt="0"/>
      <dgm:spPr/>
    </dgm:pt>
    <dgm:pt modelId="{776CFD79-716E-4E9B-8F80-4DA96B259280}" type="pres">
      <dgm:prSet presAssocID="{86978B75-A7F1-4903-93AD-F8CE8E3D3A25}" presName="LevelTwoTextNode" presStyleLbl="node2" presStyleIdx="1" presStyleCnt="3" custScaleX="134519" custScaleY="35781" custLinFactNeighborX="-1093" custLinFactNeighborY="75933">
        <dgm:presLayoutVars>
          <dgm:chPref val="3"/>
        </dgm:presLayoutVars>
      </dgm:prSet>
      <dgm:spPr/>
    </dgm:pt>
    <dgm:pt modelId="{4E95A289-E863-4CE7-A709-71E9A680DAAB}" type="pres">
      <dgm:prSet presAssocID="{86978B75-A7F1-4903-93AD-F8CE8E3D3A25}" presName="level3hierChild" presStyleCnt="0"/>
      <dgm:spPr/>
    </dgm:pt>
    <dgm:pt modelId="{AC6B02E6-6AC1-4AD0-B277-25F9794FBDDA}" type="pres">
      <dgm:prSet presAssocID="{C9CD527C-2D27-455A-92C3-19462171F7B6}" presName="conn2-1" presStyleLbl="parChTrans1D2" presStyleIdx="2" presStyleCnt="3"/>
      <dgm:spPr/>
    </dgm:pt>
    <dgm:pt modelId="{716A9D8E-752C-442D-BC16-E9B10E011063}" type="pres">
      <dgm:prSet presAssocID="{C9CD527C-2D27-455A-92C3-19462171F7B6}" presName="connTx" presStyleLbl="parChTrans1D2" presStyleIdx="2" presStyleCnt="3"/>
      <dgm:spPr/>
    </dgm:pt>
    <dgm:pt modelId="{C12DB41F-44A8-4F96-B5B2-6C5C38C03E8B}" type="pres">
      <dgm:prSet presAssocID="{553AC1E8-AABF-49ED-B601-E2C77090E063}" presName="root2" presStyleCnt="0"/>
      <dgm:spPr/>
    </dgm:pt>
    <dgm:pt modelId="{33E63105-F759-4FCD-8FFC-0784860BE6E3}" type="pres">
      <dgm:prSet presAssocID="{553AC1E8-AABF-49ED-B601-E2C77090E063}" presName="LevelTwoTextNode" presStyleLbl="node2" presStyleIdx="2" presStyleCnt="3" custScaleX="134519" custScaleY="35781" custLinFactNeighborX="-1093" custLinFactNeighborY="75933">
        <dgm:presLayoutVars>
          <dgm:chPref val="3"/>
        </dgm:presLayoutVars>
      </dgm:prSet>
      <dgm:spPr/>
    </dgm:pt>
    <dgm:pt modelId="{44C614A6-7D80-4ACA-8D80-ADAE6FC459EE}" type="pres">
      <dgm:prSet presAssocID="{553AC1E8-AABF-49ED-B601-E2C77090E063}" presName="level3hierChild" presStyleCnt="0"/>
      <dgm:spPr/>
    </dgm:pt>
  </dgm:ptLst>
  <dgm:cxnLst>
    <dgm:cxn modelId="{E9387108-A143-42B0-802D-33E95A846B26}" type="presOf" srcId="{997C0B27-AA5E-46E5-9052-4D16FFE408FB}" destId="{AFC82CCB-B775-47E1-9F60-852B10DABEB9}" srcOrd="0" destOrd="0" presId="urn:microsoft.com/office/officeart/2005/8/layout/hierarchy2"/>
    <dgm:cxn modelId="{EB409611-DAB6-4453-AADA-CAB6E33C0B11}" srcId="{997C0B27-AA5E-46E5-9052-4D16FFE408FB}" destId="{E39D8EC8-E797-499D-906C-56BFF4C198E4}" srcOrd="0" destOrd="0" parTransId="{04D530A0-C002-4CA0-9974-37671149FDD3}" sibTransId="{636777C8-55FB-4F92-A38D-D4E45489639F}"/>
    <dgm:cxn modelId="{709F4417-33A0-49AF-94CD-15D042DD1ACD}" type="presOf" srcId="{E39D8EC8-E797-499D-906C-56BFF4C198E4}" destId="{F93E6B93-A40E-417F-9B35-335EE20ABA66}" srcOrd="0" destOrd="0" presId="urn:microsoft.com/office/officeart/2005/8/layout/hierarchy2"/>
    <dgm:cxn modelId="{6D0A291B-15B6-47C0-B284-99913AB3A082}" type="presOf" srcId="{86978B75-A7F1-4903-93AD-F8CE8E3D3A25}" destId="{776CFD79-716E-4E9B-8F80-4DA96B259280}" srcOrd="0" destOrd="0" presId="urn:microsoft.com/office/officeart/2005/8/layout/hierarchy2"/>
    <dgm:cxn modelId="{C6F57622-0A39-4694-924E-60FA393FB26F}" srcId="{E39D8EC8-E797-499D-906C-56BFF4C198E4}" destId="{F60C2831-7C39-4DBC-AFD1-75C598EBC801}" srcOrd="0" destOrd="0" parTransId="{5813AAB8-12AD-4EB2-B7D1-2E05421A6B64}" sibTransId="{3F70D767-3382-4C16-AE6E-4E605E9BBA04}"/>
    <dgm:cxn modelId="{CC1C8940-9BDF-4CE7-8417-488D952F60C8}" srcId="{E39D8EC8-E797-499D-906C-56BFF4C198E4}" destId="{553AC1E8-AABF-49ED-B601-E2C77090E063}" srcOrd="2" destOrd="0" parTransId="{C9CD527C-2D27-455A-92C3-19462171F7B6}" sibTransId="{9CCF05B3-3B15-4D5E-B1E5-92ED099455D8}"/>
    <dgm:cxn modelId="{33B4845E-F624-4A7B-A404-66DF8B532A63}" type="presOf" srcId="{D4BC2DD1-14E6-4D65-8B21-4C5EA1B6DF69}" destId="{FED3C049-EFE6-4B7B-BA32-67526894BF7F}" srcOrd="0" destOrd="0" presId="urn:microsoft.com/office/officeart/2005/8/layout/hierarchy2"/>
    <dgm:cxn modelId="{27142769-28B1-4D24-8E14-0876B2ED8564}" type="presOf" srcId="{C9CD527C-2D27-455A-92C3-19462171F7B6}" destId="{AC6B02E6-6AC1-4AD0-B277-25F9794FBDDA}" srcOrd="0" destOrd="0" presId="urn:microsoft.com/office/officeart/2005/8/layout/hierarchy2"/>
    <dgm:cxn modelId="{41575781-9770-4A41-B7AB-2966E55C67BB}" srcId="{E39D8EC8-E797-499D-906C-56BFF4C198E4}" destId="{86978B75-A7F1-4903-93AD-F8CE8E3D3A25}" srcOrd="1" destOrd="0" parTransId="{D4BC2DD1-14E6-4D65-8B21-4C5EA1B6DF69}" sibTransId="{43889B89-07A0-42EE-BB77-1ADD45B7B223}"/>
    <dgm:cxn modelId="{6988E084-F9B5-4355-9230-A7D7B8450EB9}" type="presOf" srcId="{553AC1E8-AABF-49ED-B601-E2C77090E063}" destId="{33E63105-F759-4FCD-8FFC-0784860BE6E3}" srcOrd="0" destOrd="0" presId="urn:microsoft.com/office/officeart/2005/8/layout/hierarchy2"/>
    <dgm:cxn modelId="{230E87A4-B179-4F99-B202-5D0B80D5E9D8}" type="presOf" srcId="{C9CD527C-2D27-455A-92C3-19462171F7B6}" destId="{716A9D8E-752C-442D-BC16-E9B10E011063}" srcOrd="1" destOrd="0" presId="urn:microsoft.com/office/officeart/2005/8/layout/hierarchy2"/>
    <dgm:cxn modelId="{5B55F5C6-5CCC-491C-846C-BAF33394FA23}" type="presOf" srcId="{D4BC2DD1-14E6-4D65-8B21-4C5EA1B6DF69}" destId="{10452773-8419-4F39-A179-601818CBEEBC}" srcOrd="1" destOrd="0" presId="urn:microsoft.com/office/officeart/2005/8/layout/hierarchy2"/>
    <dgm:cxn modelId="{B7E1B4D0-1D1C-49B5-8ACF-0F0A77D1B29D}" type="presOf" srcId="{5813AAB8-12AD-4EB2-B7D1-2E05421A6B64}" destId="{E0FBFAEA-3D14-45F2-8CB9-AFC540E08250}" srcOrd="1" destOrd="0" presId="urn:microsoft.com/office/officeart/2005/8/layout/hierarchy2"/>
    <dgm:cxn modelId="{47264DD8-62C1-4754-8509-D9F7D506644E}" type="presOf" srcId="{F60C2831-7C39-4DBC-AFD1-75C598EBC801}" destId="{ACCD29D6-99B5-421E-A099-3870097B631A}" srcOrd="0" destOrd="0" presId="urn:microsoft.com/office/officeart/2005/8/layout/hierarchy2"/>
    <dgm:cxn modelId="{E58C5CEA-65F2-46E4-94D4-C79ACA639959}" type="presOf" srcId="{5813AAB8-12AD-4EB2-B7D1-2E05421A6B64}" destId="{1F4C9E71-53CE-4514-B326-B498E4CD166C}" srcOrd="0" destOrd="0" presId="urn:microsoft.com/office/officeart/2005/8/layout/hierarchy2"/>
    <dgm:cxn modelId="{E5BDE37E-5F67-4170-A137-32039766D865}" type="presParOf" srcId="{AFC82CCB-B775-47E1-9F60-852B10DABEB9}" destId="{77D0BC72-62D1-41AB-BA2B-9BEE74BA01AD}" srcOrd="0" destOrd="0" presId="urn:microsoft.com/office/officeart/2005/8/layout/hierarchy2"/>
    <dgm:cxn modelId="{3CCA9EB0-D40D-45A9-AB30-26DB8ADE0D40}" type="presParOf" srcId="{77D0BC72-62D1-41AB-BA2B-9BEE74BA01AD}" destId="{F93E6B93-A40E-417F-9B35-335EE20ABA66}" srcOrd="0" destOrd="0" presId="urn:microsoft.com/office/officeart/2005/8/layout/hierarchy2"/>
    <dgm:cxn modelId="{5BC3AD0F-F764-4DE4-A0AB-2AAA80FBCAFD}" type="presParOf" srcId="{77D0BC72-62D1-41AB-BA2B-9BEE74BA01AD}" destId="{B04BFEF2-FCBA-4A41-9673-D1DC693DAC03}" srcOrd="1" destOrd="0" presId="urn:microsoft.com/office/officeart/2005/8/layout/hierarchy2"/>
    <dgm:cxn modelId="{896C3AEF-9B43-4C76-8B66-EA28F67D7E22}" type="presParOf" srcId="{B04BFEF2-FCBA-4A41-9673-D1DC693DAC03}" destId="{1F4C9E71-53CE-4514-B326-B498E4CD166C}" srcOrd="0" destOrd="0" presId="urn:microsoft.com/office/officeart/2005/8/layout/hierarchy2"/>
    <dgm:cxn modelId="{B9298FAE-30ED-40D7-94BA-E1C445D46032}" type="presParOf" srcId="{1F4C9E71-53CE-4514-B326-B498E4CD166C}" destId="{E0FBFAEA-3D14-45F2-8CB9-AFC540E08250}" srcOrd="0" destOrd="0" presId="urn:microsoft.com/office/officeart/2005/8/layout/hierarchy2"/>
    <dgm:cxn modelId="{9BED6C40-A191-4071-A4B5-1DB4619FAED4}" type="presParOf" srcId="{B04BFEF2-FCBA-4A41-9673-D1DC693DAC03}" destId="{B9E23F08-1ADA-4997-B636-3E0797F4E51F}" srcOrd="1" destOrd="0" presId="urn:microsoft.com/office/officeart/2005/8/layout/hierarchy2"/>
    <dgm:cxn modelId="{371D3832-8607-4277-A7E5-BEDF1F6E4531}" type="presParOf" srcId="{B9E23F08-1ADA-4997-B636-3E0797F4E51F}" destId="{ACCD29D6-99B5-421E-A099-3870097B631A}" srcOrd="0" destOrd="0" presId="urn:microsoft.com/office/officeart/2005/8/layout/hierarchy2"/>
    <dgm:cxn modelId="{505AD278-066B-4809-ACDD-ABE549EEB07D}" type="presParOf" srcId="{B9E23F08-1ADA-4997-B636-3E0797F4E51F}" destId="{2AFBC012-9718-4021-B0BD-EB15282854DC}" srcOrd="1" destOrd="0" presId="urn:microsoft.com/office/officeart/2005/8/layout/hierarchy2"/>
    <dgm:cxn modelId="{1FF0241D-EAB9-4F41-9F6F-01DDB9944DAF}" type="presParOf" srcId="{B04BFEF2-FCBA-4A41-9673-D1DC693DAC03}" destId="{FED3C049-EFE6-4B7B-BA32-67526894BF7F}" srcOrd="2" destOrd="0" presId="urn:microsoft.com/office/officeart/2005/8/layout/hierarchy2"/>
    <dgm:cxn modelId="{DC5FA1B7-FC2C-4766-9CEE-239369DEF5D0}" type="presParOf" srcId="{FED3C049-EFE6-4B7B-BA32-67526894BF7F}" destId="{10452773-8419-4F39-A179-601818CBEEBC}" srcOrd="0" destOrd="0" presId="urn:microsoft.com/office/officeart/2005/8/layout/hierarchy2"/>
    <dgm:cxn modelId="{5C92B1A7-B2D5-4438-BC2B-D9D6A3D7C8EF}" type="presParOf" srcId="{B04BFEF2-FCBA-4A41-9673-D1DC693DAC03}" destId="{887F5F5F-AB43-47DF-9B5A-686828D850BE}" srcOrd="3" destOrd="0" presId="urn:microsoft.com/office/officeart/2005/8/layout/hierarchy2"/>
    <dgm:cxn modelId="{4CA154E8-3D21-4E41-92AE-7E8EEE5FE93F}" type="presParOf" srcId="{887F5F5F-AB43-47DF-9B5A-686828D850BE}" destId="{776CFD79-716E-4E9B-8F80-4DA96B259280}" srcOrd="0" destOrd="0" presId="urn:microsoft.com/office/officeart/2005/8/layout/hierarchy2"/>
    <dgm:cxn modelId="{625960F3-5270-4A96-8D45-FC0FB04FE190}" type="presParOf" srcId="{887F5F5F-AB43-47DF-9B5A-686828D850BE}" destId="{4E95A289-E863-4CE7-A709-71E9A680DAAB}" srcOrd="1" destOrd="0" presId="urn:microsoft.com/office/officeart/2005/8/layout/hierarchy2"/>
    <dgm:cxn modelId="{0F7D7D89-AF48-4648-ADED-B4C71C8CCF57}" type="presParOf" srcId="{B04BFEF2-FCBA-4A41-9673-D1DC693DAC03}" destId="{AC6B02E6-6AC1-4AD0-B277-25F9794FBDDA}" srcOrd="4" destOrd="0" presId="urn:microsoft.com/office/officeart/2005/8/layout/hierarchy2"/>
    <dgm:cxn modelId="{09695FF2-6189-4936-893C-6E99AFAB0DDB}" type="presParOf" srcId="{AC6B02E6-6AC1-4AD0-B277-25F9794FBDDA}" destId="{716A9D8E-752C-442D-BC16-E9B10E011063}" srcOrd="0" destOrd="0" presId="urn:microsoft.com/office/officeart/2005/8/layout/hierarchy2"/>
    <dgm:cxn modelId="{80DECEFF-D482-4BF3-B09F-1C1D73B95277}" type="presParOf" srcId="{B04BFEF2-FCBA-4A41-9673-D1DC693DAC03}" destId="{C12DB41F-44A8-4F96-B5B2-6C5C38C03E8B}" srcOrd="5" destOrd="0" presId="urn:microsoft.com/office/officeart/2005/8/layout/hierarchy2"/>
    <dgm:cxn modelId="{6E39722F-5DF5-4DBA-AC2F-DDE33F21C933}" type="presParOf" srcId="{C12DB41F-44A8-4F96-B5B2-6C5C38C03E8B}" destId="{33E63105-F759-4FCD-8FFC-0784860BE6E3}" srcOrd="0" destOrd="0" presId="urn:microsoft.com/office/officeart/2005/8/layout/hierarchy2"/>
    <dgm:cxn modelId="{44FA77E5-5D24-4612-AF86-AB5915E72819}" type="presParOf" srcId="{C12DB41F-44A8-4F96-B5B2-6C5C38C03E8B}" destId="{44C614A6-7D80-4ACA-8D80-ADAE6FC459E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A67D61-331B-4FD6-8524-901A9A7FC742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66B281D-4136-463A-842A-9682343D1025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3200" b="1" dirty="0">
              <a:solidFill>
                <a:schemeClr val="tx1"/>
              </a:solidFill>
            </a:rPr>
            <a:t>Ventajas</a:t>
          </a:r>
        </a:p>
      </dgm:t>
    </dgm:pt>
    <dgm:pt modelId="{9E757754-ACE6-4AEB-A317-6AEDFB161A86}" type="parTrans" cxnId="{AB45A858-178D-4FCD-8687-735A91E36AE5}">
      <dgm:prSet/>
      <dgm:spPr/>
      <dgm:t>
        <a:bodyPr/>
        <a:lstStyle/>
        <a:p>
          <a:endParaRPr lang="es-ES"/>
        </a:p>
      </dgm:t>
    </dgm:pt>
    <dgm:pt modelId="{D3EE289F-26B9-46B6-A296-2F1417042831}" type="sibTrans" cxnId="{AB45A858-178D-4FCD-8687-735A91E36AE5}">
      <dgm:prSet/>
      <dgm:spPr/>
      <dgm:t>
        <a:bodyPr/>
        <a:lstStyle/>
        <a:p>
          <a:endParaRPr lang="es-ES"/>
        </a:p>
      </dgm:t>
    </dgm:pt>
    <dgm:pt modelId="{7EFF1630-8A10-4CF8-9D19-BD7DE2B8AC8E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3200" b="1" dirty="0">
              <a:solidFill>
                <a:schemeClr val="tx1"/>
              </a:solidFill>
            </a:rPr>
            <a:t>Formato universal</a:t>
          </a:r>
        </a:p>
      </dgm:t>
    </dgm:pt>
    <dgm:pt modelId="{C5024846-2549-4001-A420-C697455B1E94}" type="parTrans" cxnId="{0C3B8E80-59DE-4EE0-9CED-01B03B4A17E5}">
      <dgm:prSet/>
      <dgm:spPr/>
      <dgm:t>
        <a:bodyPr/>
        <a:lstStyle/>
        <a:p>
          <a:endParaRPr lang="es-ES"/>
        </a:p>
      </dgm:t>
    </dgm:pt>
    <dgm:pt modelId="{F87648F0-7859-4D2E-B945-5D453F7D770E}" type="sibTrans" cxnId="{0C3B8E80-59DE-4EE0-9CED-01B03B4A17E5}">
      <dgm:prSet/>
      <dgm:spPr/>
      <dgm:t>
        <a:bodyPr/>
        <a:lstStyle/>
        <a:p>
          <a:endParaRPr lang="es-ES"/>
        </a:p>
      </dgm:t>
    </dgm:pt>
    <dgm:pt modelId="{FED69257-5239-4A38-AB7F-5E5863FF9145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3200" b="1" dirty="0">
              <a:solidFill>
                <a:schemeClr val="tx1"/>
              </a:solidFill>
            </a:rPr>
            <a:t>Fácil edición</a:t>
          </a:r>
        </a:p>
      </dgm:t>
    </dgm:pt>
    <dgm:pt modelId="{7B1B4DD9-C827-4F49-BE02-9A22F89D1208}" type="parTrans" cxnId="{AF96A8E9-5692-40A8-A34B-5E9A056F3F6A}">
      <dgm:prSet/>
      <dgm:spPr/>
      <dgm:t>
        <a:bodyPr/>
        <a:lstStyle/>
        <a:p>
          <a:endParaRPr lang="es-ES"/>
        </a:p>
      </dgm:t>
    </dgm:pt>
    <dgm:pt modelId="{E23799CC-B1CE-4801-BB2C-56D280F9B779}" type="sibTrans" cxnId="{AF96A8E9-5692-40A8-A34B-5E9A056F3F6A}">
      <dgm:prSet/>
      <dgm:spPr/>
      <dgm:t>
        <a:bodyPr/>
        <a:lstStyle/>
        <a:p>
          <a:endParaRPr lang="es-ES"/>
        </a:p>
      </dgm:t>
    </dgm:pt>
    <dgm:pt modelId="{120CA19A-729E-45EE-8124-3EC4E7D362BA}">
      <dgm:prSet phldrT="[Texto]" phldr="0" custT="1"/>
      <dgm:spPr>
        <a:solidFill>
          <a:schemeClr val="accent1">
            <a:hueOff val="0"/>
            <a:satOff val="0"/>
            <a:lumOff val="0"/>
          </a:schemeClr>
        </a:solidFill>
        <a:ln w="28575">
          <a:solidFill>
            <a:schemeClr val="accent2"/>
          </a:solidFill>
        </a:ln>
      </dgm:spPr>
      <dgm:t>
        <a:bodyPr/>
        <a:lstStyle/>
        <a:p>
          <a:r>
            <a:rPr lang="es-ES" sz="3200" b="1" dirty="0">
              <a:solidFill>
                <a:schemeClr val="tx1"/>
              </a:solidFill>
            </a:rPr>
            <a:t>Persistencia </a:t>
          </a:r>
        </a:p>
      </dgm:t>
    </dgm:pt>
    <dgm:pt modelId="{6F1E63B3-B51A-4E67-AC58-6AD248505E6B}" type="parTrans" cxnId="{34FE4279-AD55-4D34-AF6D-DE5719DF21EB}">
      <dgm:prSet/>
      <dgm:spPr/>
      <dgm:t>
        <a:bodyPr/>
        <a:lstStyle/>
        <a:p>
          <a:endParaRPr lang="es-ES"/>
        </a:p>
      </dgm:t>
    </dgm:pt>
    <dgm:pt modelId="{01E3E0E4-56BB-4DF2-BAD9-525687A5B607}" type="sibTrans" cxnId="{34FE4279-AD55-4D34-AF6D-DE5719DF21EB}">
      <dgm:prSet/>
      <dgm:spPr/>
      <dgm:t>
        <a:bodyPr/>
        <a:lstStyle/>
        <a:p>
          <a:endParaRPr lang="es-ES"/>
        </a:p>
      </dgm:t>
    </dgm:pt>
    <dgm:pt modelId="{5796FC69-3399-43C3-A281-8B5BA3518080}" type="pres">
      <dgm:prSet presAssocID="{EDA67D61-331B-4FD6-8524-901A9A7FC74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9CF7BC-E9A7-4230-BD50-5D6EFE86CCE4}" type="pres">
      <dgm:prSet presAssocID="{266B281D-4136-463A-842A-9682343D1025}" presName="root1" presStyleCnt="0"/>
      <dgm:spPr/>
    </dgm:pt>
    <dgm:pt modelId="{6356EF41-B2D3-4CF6-A028-7EB44AAE3A0D}" type="pres">
      <dgm:prSet presAssocID="{266B281D-4136-463A-842A-9682343D1025}" presName="LevelOneTextNode" presStyleLbl="node0" presStyleIdx="0" presStyleCnt="1" custScaleX="164811" custScaleY="42586" custLinFactNeighborX="24023" custLinFactNeighborY="38453">
        <dgm:presLayoutVars>
          <dgm:chPref val="3"/>
        </dgm:presLayoutVars>
      </dgm:prSet>
      <dgm:spPr/>
    </dgm:pt>
    <dgm:pt modelId="{A3F2EB47-D301-4509-BCC0-501A0FEECF94}" type="pres">
      <dgm:prSet presAssocID="{266B281D-4136-463A-842A-9682343D1025}" presName="level2hierChild" presStyleCnt="0"/>
      <dgm:spPr/>
    </dgm:pt>
    <dgm:pt modelId="{20AB7164-B821-49FF-AE74-358ADF470235}" type="pres">
      <dgm:prSet presAssocID="{C5024846-2549-4001-A420-C697455B1E94}" presName="conn2-1" presStyleLbl="parChTrans1D2" presStyleIdx="0" presStyleCnt="3"/>
      <dgm:spPr/>
    </dgm:pt>
    <dgm:pt modelId="{5F77553C-7DE1-4C43-9989-EFE36DE5A789}" type="pres">
      <dgm:prSet presAssocID="{C5024846-2549-4001-A420-C697455B1E94}" presName="connTx" presStyleLbl="parChTrans1D2" presStyleIdx="0" presStyleCnt="3"/>
      <dgm:spPr/>
    </dgm:pt>
    <dgm:pt modelId="{9C3951D8-A0A6-430E-A33B-C8051CD1A9FA}" type="pres">
      <dgm:prSet presAssocID="{7EFF1630-8A10-4CF8-9D19-BD7DE2B8AC8E}" presName="root2" presStyleCnt="0"/>
      <dgm:spPr/>
    </dgm:pt>
    <dgm:pt modelId="{58163B88-1F4B-41E7-BF1D-C8104E1F58C4}" type="pres">
      <dgm:prSet presAssocID="{7EFF1630-8A10-4CF8-9D19-BD7DE2B8AC8E}" presName="LevelTwoTextNode" presStyleLbl="node2" presStyleIdx="0" presStyleCnt="3" custScaleX="164811" custScaleY="42586" custLinFactNeighborX="867" custLinFactNeighborY="-89344">
        <dgm:presLayoutVars>
          <dgm:chPref val="3"/>
        </dgm:presLayoutVars>
      </dgm:prSet>
      <dgm:spPr/>
    </dgm:pt>
    <dgm:pt modelId="{AB71C360-158F-4A75-9FCB-60754D9ECE93}" type="pres">
      <dgm:prSet presAssocID="{7EFF1630-8A10-4CF8-9D19-BD7DE2B8AC8E}" presName="level3hierChild" presStyleCnt="0"/>
      <dgm:spPr/>
    </dgm:pt>
    <dgm:pt modelId="{28C67E3F-EE77-4799-9CC2-0B7E5DF66762}" type="pres">
      <dgm:prSet presAssocID="{7B1B4DD9-C827-4F49-BE02-9A22F89D1208}" presName="conn2-1" presStyleLbl="parChTrans1D2" presStyleIdx="1" presStyleCnt="3"/>
      <dgm:spPr/>
    </dgm:pt>
    <dgm:pt modelId="{AEA232C1-433E-43B8-8D56-18EFBCFA63E7}" type="pres">
      <dgm:prSet presAssocID="{7B1B4DD9-C827-4F49-BE02-9A22F89D1208}" presName="connTx" presStyleLbl="parChTrans1D2" presStyleIdx="1" presStyleCnt="3"/>
      <dgm:spPr/>
    </dgm:pt>
    <dgm:pt modelId="{6014BF3B-6A8F-4F9B-AB42-E6D246AF3155}" type="pres">
      <dgm:prSet presAssocID="{FED69257-5239-4A38-AB7F-5E5863FF9145}" presName="root2" presStyleCnt="0"/>
      <dgm:spPr/>
    </dgm:pt>
    <dgm:pt modelId="{68919B53-9CC0-4257-8092-917CC5AF7C65}" type="pres">
      <dgm:prSet presAssocID="{FED69257-5239-4A38-AB7F-5E5863FF9145}" presName="LevelTwoTextNode" presStyleLbl="node2" presStyleIdx="1" presStyleCnt="3" custScaleX="164811" custScaleY="42586" custLinFactNeighborX="345" custLinFactNeighborY="-71421">
        <dgm:presLayoutVars>
          <dgm:chPref val="3"/>
        </dgm:presLayoutVars>
      </dgm:prSet>
      <dgm:spPr/>
    </dgm:pt>
    <dgm:pt modelId="{7B44D43E-CA90-4EC8-8D5E-F44EC858E5CA}" type="pres">
      <dgm:prSet presAssocID="{FED69257-5239-4A38-AB7F-5E5863FF9145}" presName="level3hierChild" presStyleCnt="0"/>
      <dgm:spPr/>
    </dgm:pt>
    <dgm:pt modelId="{057AD161-2887-4AE0-90DF-AD66EF521ADA}" type="pres">
      <dgm:prSet presAssocID="{6F1E63B3-B51A-4E67-AC58-6AD248505E6B}" presName="conn2-1" presStyleLbl="parChTrans1D2" presStyleIdx="2" presStyleCnt="3"/>
      <dgm:spPr/>
    </dgm:pt>
    <dgm:pt modelId="{9179E9E9-652C-4CDD-B470-F9E181DB4039}" type="pres">
      <dgm:prSet presAssocID="{6F1E63B3-B51A-4E67-AC58-6AD248505E6B}" presName="connTx" presStyleLbl="parChTrans1D2" presStyleIdx="2" presStyleCnt="3"/>
      <dgm:spPr/>
    </dgm:pt>
    <dgm:pt modelId="{B33CE9E8-9157-42B5-87B4-848EB8CAB29C}" type="pres">
      <dgm:prSet presAssocID="{120CA19A-729E-45EE-8124-3EC4E7D362BA}" presName="root2" presStyleCnt="0"/>
      <dgm:spPr/>
    </dgm:pt>
    <dgm:pt modelId="{5334D63F-3188-4DF1-A018-FC747DD2547D}" type="pres">
      <dgm:prSet presAssocID="{120CA19A-729E-45EE-8124-3EC4E7D362BA}" presName="LevelTwoTextNode" presStyleLbl="node2" presStyleIdx="2" presStyleCnt="3" custScaleX="164811" custScaleY="42586" custLinFactNeighborX="1213" custLinFactNeighborY="-65910">
        <dgm:presLayoutVars>
          <dgm:chPref val="3"/>
        </dgm:presLayoutVars>
      </dgm:prSet>
      <dgm:spPr/>
    </dgm:pt>
    <dgm:pt modelId="{8BE448E3-877D-48C1-BE52-6E9B5A54B348}" type="pres">
      <dgm:prSet presAssocID="{120CA19A-729E-45EE-8124-3EC4E7D362BA}" presName="level3hierChild" presStyleCnt="0"/>
      <dgm:spPr/>
    </dgm:pt>
  </dgm:ptLst>
  <dgm:cxnLst>
    <dgm:cxn modelId="{E9EF1745-18D8-460E-A9E3-4FE700AF3027}" type="presOf" srcId="{266B281D-4136-463A-842A-9682343D1025}" destId="{6356EF41-B2D3-4CF6-A028-7EB44AAE3A0D}" srcOrd="0" destOrd="0" presId="urn:microsoft.com/office/officeart/2005/8/layout/hierarchy2"/>
    <dgm:cxn modelId="{AB45A858-178D-4FCD-8687-735A91E36AE5}" srcId="{EDA67D61-331B-4FD6-8524-901A9A7FC742}" destId="{266B281D-4136-463A-842A-9682343D1025}" srcOrd="0" destOrd="0" parTransId="{9E757754-ACE6-4AEB-A317-6AEDFB161A86}" sibTransId="{D3EE289F-26B9-46B6-A296-2F1417042831}"/>
    <dgm:cxn modelId="{34FE4279-AD55-4D34-AF6D-DE5719DF21EB}" srcId="{266B281D-4136-463A-842A-9682343D1025}" destId="{120CA19A-729E-45EE-8124-3EC4E7D362BA}" srcOrd="2" destOrd="0" parTransId="{6F1E63B3-B51A-4E67-AC58-6AD248505E6B}" sibTransId="{01E3E0E4-56BB-4DF2-BAD9-525687A5B607}"/>
    <dgm:cxn modelId="{04F0115A-0B7F-4236-93C7-2E69E6BED54B}" type="presOf" srcId="{7EFF1630-8A10-4CF8-9D19-BD7DE2B8AC8E}" destId="{58163B88-1F4B-41E7-BF1D-C8104E1F58C4}" srcOrd="0" destOrd="0" presId="urn:microsoft.com/office/officeart/2005/8/layout/hierarchy2"/>
    <dgm:cxn modelId="{0C3B8E80-59DE-4EE0-9CED-01B03B4A17E5}" srcId="{266B281D-4136-463A-842A-9682343D1025}" destId="{7EFF1630-8A10-4CF8-9D19-BD7DE2B8AC8E}" srcOrd="0" destOrd="0" parTransId="{C5024846-2549-4001-A420-C697455B1E94}" sibTransId="{F87648F0-7859-4D2E-B945-5D453F7D770E}"/>
    <dgm:cxn modelId="{D9F42CA5-D82F-446B-9B64-64FF97CB3FAC}" type="presOf" srcId="{FED69257-5239-4A38-AB7F-5E5863FF9145}" destId="{68919B53-9CC0-4257-8092-917CC5AF7C65}" srcOrd="0" destOrd="0" presId="urn:microsoft.com/office/officeart/2005/8/layout/hierarchy2"/>
    <dgm:cxn modelId="{C04C9FA7-EA50-49F4-BCCB-B5C1E524D952}" type="presOf" srcId="{C5024846-2549-4001-A420-C697455B1E94}" destId="{20AB7164-B821-49FF-AE74-358ADF470235}" srcOrd="0" destOrd="0" presId="urn:microsoft.com/office/officeart/2005/8/layout/hierarchy2"/>
    <dgm:cxn modelId="{9C6677B0-1182-47B5-B7C1-78530EAF1635}" type="presOf" srcId="{EDA67D61-331B-4FD6-8524-901A9A7FC742}" destId="{5796FC69-3399-43C3-A281-8B5BA3518080}" srcOrd="0" destOrd="0" presId="urn:microsoft.com/office/officeart/2005/8/layout/hierarchy2"/>
    <dgm:cxn modelId="{32C0A6DC-A682-4AD9-9A71-815B5615EC82}" type="presOf" srcId="{7B1B4DD9-C827-4F49-BE02-9A22F89D1208}" destId="{28C67E3F-EE77-4799-9CC2-0B7E5DF66762}" srcOrd="0" destOrd="0" presId="urn:microsoft.com/office/officeart/2005/8/layout/hierarchy2"/>
    <dgm:cxn modelId="{D148C1DD-4928-478A-B3CC-616C375161FD}" type="presOf" srcId="{C5024846-2549-4001-A420-C697455B1E94}" destId="{5F77553C-7DE1-4C43-9989-EFE36DE5A789}" srcOrd="1" destOrd="0" presId="urn:microsoft.com/office/officeart/2005/8/layout/hierarchy2"/>
    <dgm:cxn modelId="{13521CE6-97AA-4143-BA15-B6CAF5BC578A}" type="presOf" srcId="{6F1E63B3-B51A-4E67-AC58-6AD248505E6B}" destId="{057AD161-2887-4AE0-90DF-AD66EF521ADA}" srcOrd="0" destOrd="0" presId="urn:microsoft.com/office/officeart/2005/8/layout/hierarchy2"/>
    <dgm:cxn modelId="{0DDC35E7-7A1A-418F-A54C-17F8714F400A}" type="presOf" srcId="{7B1B4DD9-C827-4F49-BE02-9A22F89D1208}" destId="{AEA232C1-433E-43B8-8D56-18EFBCFA63E7}" srcOrd="1" destOrd="0" presId="urn:microsoft.com/office/officeart/2005/8/layout/hierarchy2"/>
    <dgm:cxn modelId="{AF96A8E9-5692-40A8-A34B-5E9A056F3F6A}" srcId="{266B281D-4136-463A-842A-9682343D1025}" destId="{FED69257-5239-4A38-AB7F-5E5863FF9145}" srcOrd="1" destOrd="0" parTransId="{7B1B4DD9-C827-4F49-BE02-9A22F89D1208}" sibTransId="{E23799CC-B1CE-4801-BB2C-56D280F9B779}"/>
    <dgm:cxn modelId="{23C92CEF-D3E6-4B76-A982-FABAE3E1C028}" type="presOf" srcId="{120CA19A-729E-45EE-8124-3EC4E7D362BA}" destId="{5334D63F-3188-4DF1-A018-FC747DD2547D}" srcOrd="0" destOrd="0" presId="urn:microsoft.com/office/officeart/2005/8/layout/hierarchy2"/>
    <dgm:cxn modelId="{992441F3-0D03-453A-8FFA-46F79E22EBA6}" type="presOf" srcId="{6F1E63B3-B51A-4E67-AC58-6AD248505E6B}" destId="{9179E9E9-652C-4CDD-B470-F9E181DB4039}" srcOrd="1" destOrd="0" presId="urn:microsoft.com/office/officeart/2005/8/layout/hierarchy2"/>
    <dgm:cxn modelId="{6BA785B3-B6BE-4FAE-BDD4-C409FA1201F5}" type="presParOf" srcId="{5796FC69-3399-43C3-A281-8B5BA3518080}" destId="{909CF7BC-E9A7-4230-BD50-5D6EFE86CCE4}" srcOrd="0" destOrd="0" presId="urn:microsoft.com/office/officeart/2005/8/layout/hierarchy2"/>
    <dgm:cxn modelId="{00C5D8F3-344D-4A0C-AAA6-11EB28BB4D69}" type="presParOf" srcId="{909CF7BC-E9A7-4230-BD50-5D6EFE86CCE4}" destId="{6356EF41-B2D3-4CF6-A028-7EB44AAE3A0D}" srcOrd="0" destOrd="0" presId="urn:microsoft.com/office/officeart/2005/8/layout/hierarchy2"/>
    <dgm:cxn modelId="{006FBB8A-BF20-4B99-891B-2A3F5E302E67}" type="presParOf" srcId="{909CF7BC-E9A7-4230-BD50-5D6EFE86CCE4}" destId="{A3F2EB47-D301-4509-BCC0-501A0FEECF94}" srcOrd="1" destOrd="0" presId="urn:microsoft.com/office/officeart/2005/8/layout/hierarchy2"/>
    <dgm:cxn modelId="{60E7BD53-9BB8-4DAD-8F8D-C60DE161D36C}" type="presParOf" srcId="{A3F2EB47-D301-4509-BCC0-501A0FEECF94}" destId="{20AB7164-B821-49FF-AE74-358ADF470235}" srcOrd="0" destOrd="0" presId="urn:microsoft.com/office/officeart/2005/8/layout/hierarchy2"/>
    <dgm:cxn modelId="{7B08553F-0905-489C-B80F-B56D9F7AA044}" type="presParOf" srcId="{20AB7164-B821-49FF-AE74-358ADF470235}" destId="{5F77553C-7DE1-4C43-9989-EFE36DE5A789}" srcOrd="0" destOrd="0" presId="urn:microsoft.com/office/officeart/2005/8/layout/hierarchy2"/>
    <dgm:cxn modelId="{81DCA976-C503-4565-948F-F60F6EA6475C}" type="presParOf" srcId="{A3F2EB47-D301-4509-BCC0-501A0FEECF94}" destId="{9C3951D8-A0A6-430E-A33B-C8051CD1A9FA}" srcOrd="1" destOrd="0" presId="urn:microsoft.com/office/officeart/2005/8/layout/hierarchy2"/>
    <dgm:cxn modelId="{B5757880-FC98-4E45-A81D-4F48BED98F81}" type="presParOf" srcId="{9C3951D8-A0A6-430E-A33B-C8051CD1A9FA}" destId="{58163B88-1F4B-41E7-BF1D-C8104E1F58C4}" srcOrd="0" destOrd="0" presId="urn:microsoft.com/office/officeart/2005/8/layout/hierarchy2"/>
    <dgm:cxn modelId="{B8A3F11F-D59C-46E6-9694-A867E87D3F37}" type="presParOf" srcId="{9C3951D8-A0A6-430E-A33B-C8051CD1A9FA}" destId="{AB71C360-158F-4A75-9FCB-60754D9ECE93}" srcOrd="1" destOrd="0" presId="urn:microsoft.com/office/officeart/2005/8/layout/hierarchy2"/>
    <dgm:cxn modelId="{A9602A77-8FD2-46E6-ADC4-F167B300737C}" type="presParOf" srcId="{A3F2EB47-D301-4509-BCC0-501A0FEECF94}" destId="{28C67E3F-EE77-4799-9CC2-0B7E5DF66762}" srcOrd="2" destOrd="0" presId="urn:microsoft.com/office/officeart/2005/8/layout/hierarchy2"/>
    <dgm:cxn modelId="{5DE9A1AE-C05D-41FF-8EA5-A66148989D2E}" type="presParOf" srcId="{28C67E3F-EE77-4799-9CC2-0B7E5DF66762}" destId="{AEA232C1-433E-43B8-8D56-18EFBCFA63E7}" srcOrd="0" destOrd="0" presId="urn:microsoft.com/office/officeart/2005/8/layout/hierarchy2"/>
    <dgm:cxn modelId="{C32FFE96-1480-4DC4-8515-22CEC08D3204}" type="presParOf" srcId="{A3F2EB47-D301-4509-BCC0-501A0FEECF94}" destId="{6014BF3B-6A8F-4F9B-AB42-E6D246AF3155}" srcOrd="3" destOrd="0" presId="urn:microsoft.com/office/officeart/2005/8/layout/hierarchy2"/>
    <dgm:cxn modelId="{652609D3-A9AE-4F2C-BBF1-47E1BBC79FAC}" type="presParOf" srcId="{6014BF3B-6A8F-4F9B-AB42-E6D246AF3155}" destId="{68919B53-9CC0-4257-8092-917CC5AF7C65}" srcOrd="0" destOrd="0" presId="urn:microsoft.com/office/officeart/2005/8/layout/hierarchy2"/>
    <dgm:cxn modelId="{F299C432-58CA-4D00-AD2E-83D91C03E116}" type="presParOf" srcId="{6014BF3B-6A8F-4F9B-AB42-E6D246AF3155}" destId="{7B44D43E-CA90-4EC8-8D5E-F44EC858E5CA}" srcOrd="1" destOrd="0" presId="urn:microsoft.com/office/officeart/2005/8/layout/hierarchy2"/>
    <dgm:cxn modelId="{B6C064CD-E24D-4A14-AD82-356A1D27549B}" type="presParOf" srcId="{A3F2EB47-D301-4509-BCC0-501A0FEECF94}" destId="{057AD161-2887-4AE0-90DF-AD66EF521ADA}" srcOrd="4" destOrd="0" presId="urn:microsoft.com/office/officeart/2005/8/layout/hierarchy2"/>
    <dgm:cxn modelId="{23071D71-D17B-4B34-92DB-C2537651B8CB}" type="presParOf" srcId="{057AD161-2887-4AE0-90DF-AD66EF521ADA}" destId="{9179E9E9-652C-4CDD-B470-F9E181DB4039}" srcOrd="0" destOrd="0" presId="urn:microsoft.com/office/officeart/2005/8/layout/hierarchy2"/>
    <dgm:cxn modelId="{D011D8F8-5B37-4654-AB5B-2793D82EA2D5}" type="presParOf" srcId="{A3F2EB47-D301-4509-BCC0-501A0FEECF94}" destId="{B33CE9E8-9157-42B5-87B4-848EB8CAB29C}" srcOrd="5" destOrd="0" presId="urn:microsoft.com/office/officeart/2005/8/layout/hierarchy2"/>
    <dgm:cxn modelId="{86C23407-0907-4FCD-9474-1C00CAFE006B}" type="presParOf" srcId="{B33CE9E8-9157-42B5-87B4-848EB8CAB29C}" destId="{5334D63F-3188-4DF1-A018-FC747DD2547D}" srcOrd="0" destOrd="0" presId="urn:microsoft.com/office/officeart/2005/8/layout/hierarchy2"/>
    <dgm:cxn modelId="{754321C2-2875-4A41-9CCA-82FD377DB2E1}" type="presParOf" srcId="{B33CE9E8-9157-42B5-87B4-848EB8CAB29C}" destId="{8BE448E3-877D-48C1-BE52-6E9B5A54B34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4C29E3-37C5-4F3C-87E2-D1A720E51E00}" type="doc">
      <dgm:prSet loTypeId="urn:microsoft.com/office/officeart/2005/8/layout/hierarchy2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58F0D05-1C40-4EE1-A5F9-02BD30584B34}">
      <dgm:prSet phldrT="[Texto]" phldr="0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bg2"/>
        </a:solidFill>
        <a:ln w="38100">
          <a:solidFill>
            <a:schemeClr val="accent2"/>
          </a:solidFill>
        </a:ln>
      </dgm:spPr>
      <dgm:t>
        <a:bodyPr/>
        <a:lstStyle/>
        <a:p>
          <a:r>
            <a:rPr lang="es-ES" sz="3600" b="1" dirty="0"/>
            <a:t>Criterios</a:t>
          </a:r>
        </a:p>
      </dgm:t>
    </dgm:pt>
    <dgm:pt modelId="{8D1BC050-AFCA-48C1-8DDE-0D3F48836492}" type="parTrans" cxnId="{565D45E0-B538-4318-8110-18CC47C41317}">
      <dgm:prSet/>
      <dgm:spPr/>
      <dgm:t>
        <a:bodyPr/>
        <a:lstStyle/>
        <a:p>
          <a:endParaRPr lang="es-ES"/>
        </a:p>
      </dgm:t>
    </dgm:pt>
    <dgm:pt modelId="{2BF73832-2C45-4055-9336-43665589F2D3}" type="sibTrans" cxnId="{565D45E0-B538-4318-8110-18CC47C41317}">
      <dgm:prSet/>
      <dgm:spPr/>
      <dgm:t>
        <a:bodyPr/>
        <a:lstStyle/>
        <a:p>
          <a:endParaRPr lang="es-ES"/>
        </a:p>
      </dgm:t>
    </dgm:pt>
    <dgm:pt modelId="{17702612-2AB1-4189-B445-5990868BD4DD}">
      <dgm:prSet phldrT="[Texto]" phldr="0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bg2"/>
        </a:solidFill>
        <a:ln w="38100">
          <a:solidFill>
            <a:schemeClr val="accent2"/>
          </a:solidFill>
        </a:ln>
      </dgm:spPr>
      <dgm:t>
        <a:bodyPr/>
        <a:lstStyle/>
        <a:p>
          <a:r>
            <a:rPr lang="es-ES" sz="3600" b="1"/>
            <a:t>Nombre</a:t>
          </a:r>
          <a:endParaRPr lang="es-ES" sz="3600" b="1" dirty="0"/>
        </a:p>
      </dgm:t>
    </dgm:pt>
    <dgm:pt modelId="{ECFC9C90-A2C3-4762-AE45-1A1B95F5F8F0}" type="parTrans" cxnId="{DF92B9A7-B92A-4B8A-8AAE-C451B9FF23C6}">
      <dgm:prSet/>
      <dgm:spPr/>
      <dgm:t>
        <a:bodyPr/>
        <a:lstStyle/>
        <a:p>
          <a:endParaRPr lang="es-ES"/>
        </a:p>
      </dgm:t>
    </dgm:pt>
    <dgm:pt modelId="{41D9BC3D-522C-4F4D-8CB2-7414C8E2F874}" type="sibTrans" cxnId="{DF92B9A7-B92A-4B8A-8AAE-C451B9FF23C6}">
      <dgm:prSet/>
      <dgm:spPr/>
      <dgm:t>
        <a:bodyPr/>
        <a:lstStyle/>
        <a:p>
          <a:endParaRPr lang="es-ES"/>
        </a:p>
      </dgm:t>
    </dgm:pt>
    <dgm:pt modelId="{FBC7CF4F-BDDC-40E0-9CD0-300B047C7A68}">
      <dgm:prSet phldrT="[Texto]" phldr="0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bg2"/>
        </a:solidFill>
        <a:ln w="38100">
          <a:solidFill>
            <a:schemeClr val="accent2"/>
          </a:solidFill>
        </a:ln>
      </dgm:spPr>
      <dgm:t>
        <a:bodyPr/>
        <a:lstStyle/>
        <a:p>
          <a:r>
            <a:rPr lang="es-ES" sz="3600" b="1" dirty="0"/>
            <a:t>Población</a:t>
          </a:r>
        </a:p>
      </dgm:t>
    </dgm:pt>
    <dgm:pt modelId="{6595397B-3C6C-4D0D-BE0B-8987B7D1D7D1}" type="parTrans" cxnId="{4B950442-D591-433C-8E38-C4EC3A21EE77}">
      <dgm:prSet/>
      <dgm:spPr/>
      <dgm:t>
        <a:bodyPr/>
        <a:lstStyle/>
        <a:p>
          <a:endParaRPr lang="es-ES"/>
        </a:p>
      </dgm:t>
    </dgm:pt>
    <dgm:pt modelId="{534FF10E-9CD1-4AF9-8E1B-411A955CB213}" type="sibTrans" cxnId="{4B950442-D591-433C-8E38-C4EC3A21EE77}">
      <dgm:prSet/>
      <dgm:spPr/>
      <dgm:t>
        <a:bodyPr/>
        <a:lstStyle/>
        <a:p>
          <a:endParaRPr lang="es-ES"/>
        </a:p>
      </dgm:t>
    </dgm:pt>
    <dgm:pt modelId="{DD440D39-1E8F-4A23-B896-DDA2C4926DC2}">
      <dgm:prSet phldrT="[Texto]" phldr="0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bg2"/>
        </a:solidFill>
        <a:ln w="38100">
          <a:solidFill>
            <a:schemeClr val="accent2"/>
          </a:solidFill>
        </a:ln>
      </dgm:spPr>
      <dgm:t>
        <a:bodyPr/>
        <a:lstStyle/>
        <a:p>
          <a:r>
            <a:rPr lang="es-ES" sz="3600" b="1"/>
            <a:t>Superficie</a:t>
          </a:r>
          <a:endParaRPr lang="es-ES" sz="3600" b="1" dirty="0"/>
        </a:p>
      </dgm:t>
    </dgm:pt>
    <dgm:pt modelId="{CB13AE24-8C15-4E64-BBF4-4C2D6C25C97C}" type="parTrans" cxnId="{BBEEB050-B85F-422E-817B-9883E339D9A9}">
      <dgm:prSet/>
      <dgm:spPr/>
      <dgm:t>
        <a:bodyPr/>
        <a:lstStyle/>
        <a:p>
          <a:endParaRPr lang="es-ES"/>
        </a:p>
      </dgm:t>
    </dgm:pt>
    <dgm:pt modelId="{E43FF960-C16F-4D10-87DE-734DF53C5377}" type="sibTrans" cxnId="{BBEEB050-B85F-422E-817B-9883E339D9A9}">
      <dgm:prSet/>
      <dgm:spPr/>
      <dgm:t>
        <a:bodyPr/>
        <a:lstStyle/>
        <a:p>
          <a:endParaRPr lang="es-ES"/>
        </a:p>
      </dgm:t>
    </dgm:pt>
    <dgm:pt modelId="{1913040E-59F9-4760-8A34-5E83A9D11C42}" type="pres">
      <dgm:prSet presAssocID="{374C29E3-37C5-4F3C-87E2-D1A720E51E0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5034839-3A25-482A-BE55-5A1B5AF19D6A}" type="pres">
      <dgm:prSet presAssocID="{B58F0D05-1C40-4EE1-A5F9-02BD30584B34}" presName="root1" presStyleCnt="0"/>
      <dgm:spPr/>
    </dgm:pt>
    <dgm:pt modelId="{9766E143-B8B7-4F8C-A99F-993AE7589374}" type="pres">
      <dgm:prSet presAssocID="{B58F0D05-1C40-4EE1-A5F9-02BD30584B34}" presName="LevelOneTextNode" presStyleLbl="node0" presStyleIdx="0" presStyleCnt="1" custScaleX="78700" custScaleY="34978">
        <dgm:presLayoutVars>
          <dgm:chPref val="3"/>
        </dgm:presLayoutVars>
      </dgm:prSet>
      <dgm:spPr/>
    </dgm:pt>
    <dgm:pt modelId="{3AB1C0DE-A3B4-434C-AE48-F2E4C2FFA39A}" type="pres">
      <dgm:prSet presAssocID="{B58F0D05-1C40-4EE1-A5F9-02BD30584B34}" presName="level2hierChild" presStyleCnt="0"/>
      <dgm:spPr/>
    </dgm:pt>
    <dgm:pt modelId="{321437E0-882F-46CB-9E22-EAE70CD8B5C0}" type="pres">
      <dgm:prSet presAssocID="{ECFC9C90-A2C3-4762-AE45-1A1B95F5F8F0}" presName="conn2-1" presStyleLbl="parChTrans1D2" presStyleIdx="0" presStyleCnt="3"/>
      <dgm:spPr/>
    </dgm:pt>
    <dgm:pt modelId="{959AD0C3-5D87-4B29-ABFC-CE258000655F}" type="pres">
      <dgm:prSet presAssocID="{ECFC9C90-A2C3-4762-AE45-1A1B95F5F8F0}" presName="connTx" presStyleLbl="parChTrans1D2" presStyleIdx="0" presStyleCnt="3"/>
      <dgm:spPr/>
    </dgm:pt>
    <dgm:pt modelId="{D9ADC7A9-A4A5-4A3A-BD0F-CD1CBF658F1F}" type="pres">
      <dgm:prSet presAssocID="{17702612-2AB1-4189-B445-5990868BD4DD}" presName="root2" presStyleCnt="0"/>
      <dgm:spPr/>
    </dgm:pt>
    <dgm:pt modelId="{58AB68C1-9E9F-4D33-97ED-3246D540D95D}" type="pres">
      <dgm:prSet presAssocID="{17702612-2AB1-4189-B445-5990868BD4DD}" presName="LevelTwoTextNode" presStyleLbl="node2" presStyleIdx="0" presStyleCnt="3" custScaleX="78700" custScaleY="34978">
        <dgm:presLayoutVars>
          <dgm:chPref val="3"/>
        </dgm:presLayoutVars>
      </dgm:prSet>
      <dgm:spPr/>
    </dgm:pt>
    <dgm:pt modelId="{0E023849-66CB-43C6-A5A3-F10071EF9057}" type="pres">
      <dgm:prSet presAssocID="{17702612-2AB1-4189-B445-5990868BD4DD}" presName="level3hierChild" presStyleCnt="0"/>
      <dgm:spPr/>
    </dgm:pt>
    <dgm:pt modelId="{48E4C06C-1D55-43C4-B123-DE5AAD76C271}" type="pres">
      <dgm:prSet presAssocID="{6595397B-3C6C-4D0D-BE0B-8987B7D1D7D1}" presName="conn2-1" presStyleLbl="parChTrans1D2" presStyleIdx="1" presStyleCnt="3"/>
      <dgm:spPr/>
    </dgm:pt>
    <dgm:pt modelId="{C88ABB95-3AE6-47AD-BCD3-A13BDBEBFB51}" type="pres">
      <dgm:prSet presAssocID="{6595397B-3C6C-4D0D-BE0B-8987B7D1D7D1}" presName="connTx" presStyleLbl="parChTrans1D2" presStyleIdx="1" presStyleCnt="3"/>
      <dgm:spPr/>
    </dgm:pt>
    <dgm:pt modelId="{FEADC6B8-FE86-4406-9B87-44CDA87DD1C0}" type="pres">
      <dgm:prSet presAssocID="{FBC7CF4F-BDDC-40E0-9CD0-300B047C7A68}" presName="root2" presStyleCnt="0"/>
      <dgm:spPr/>
    </dgm:pt>
    <dgm:pt modelId="{071CE186-A3DE-48E7-A5BF-F2B6C7917634}" type="pres">
      <dgm:prSet presAssocID="{FBC7CF4F-BDDC-40E0-9CD0-300B047C7A68}" presName="LevelTwoTextNode" presStyleLbl="node2" presStyleIdx="1" presStyleCnt="3" custScaleX="78700" custScaleY="34978">
        <dgm:presLayoutVars>
          <dgm:chPref val="3"/>
        </dgm:presLayoutVars>
      </dgm:prSet>
      <dgm:spPr/>
    </dgm:pt>
    <dgm:pt modelId="{181CEBC4-369E-4439-9EA4-80EE19C59631}" type="pres">
      <dgm:prSet presAssocID="{FBC7CF4F-BDDC-40E0-9CD0-300B047C7A68}" presName="level3hierChild" presStyleCnt="0"/>
      <dgm:spPr/>
    </dgm:pt>
    <dgm:pt modelId="{71A315D0-49FE-466E-824F-195377D6FF52}" type="pres">
      <dgm:prSet presAssocID="{CB13AE24-8C15-4E64-BBF4-4C2D6C25C97C}" presName="conn2-1" presStyleLbl="parChTrans1D2" presStyleIdx="2" presStyleCnt="3"/>
      <dgm:spPr/>
    </dgm:pt>
    <dgm:pt modelId="{528A195A-8706-4D0E-BEA3-39282480109A}" type="pres">
      <dgm:prSet presAssocID="{CB13AE24-8C15-4E64-BBF4-4C2D6C25C97C}" presName="connTx" presStyleLbl="parChTrans1D2" presStyleIdx="2" presStyleCnt="3"/>
      <dgm:spPr/>
    </dgm:pt>
    <dgm:pt modelId="{BB302633-BC14-425D-AD62-AE12F5EE7497}" type="pres">
      <dgm:prSet presAssocID="{DD440D39-1E8F-4A23-B896-DDA2C4926DC2}" presName="root2" presStyleCnt="0"/>
      <dgm:spPr/>
    </dgm:pt>
    <dgm:pt modelId="{4E2B5518-E842-471E-A4A3-1F990E074F36}" type="pres">
      <dgm:prSet presAssocID="{DD440D39-1E8F-4A23-B896-DDA2C4926DC2}" presName="LevelTwoTextNode" presStyleLbl="node2" presStyleIdx="2" presStyleCnt="3" custScaleX="78700" custScaleY="34978">
        <dgm:presLayoutVars>
          <dgm:chPref val="3"/>
        </dgm:presLayoutVars>
      </dgm:prSet>
      <dgm:spPr/>
    </dgm:pt>
    <dgm:pt modelId="{62161B62-4387-4930-8311-7993F8A26DAD}" type="pres">
      <dgm:prSet presAssocID="{DD440D39-1E8F-4A23-B896-DDA2C4926DC2}" presName="level3hierChild" presStyleCnt="0"/>
      <dgm:spPr/>
    </dgm:pt>
  </dgm:ptLst>
  <dgm:cxnLst>
    <dgm:cxn modelId="{A6235900-BE10-47D0-AE06-4B0E1C3E51D3}" type="presOf" srcId="{6595397B-3C6C-4D0D-BE0B-8987B7D1D7D1}" destId="{C88ABB95-3AE6-47AD-BCD3-A13BDBEBFB51}" srcOrd="1" destOrd="0" presId="urn:microsoft.com/office/officeart/2005/8/layout/hierarchy2"/>
    <dgm:cxn modelId="{084C8132-730A-41EE-BDF4-619F1DF1B41F}" type="presOf" srcId="{CB13AE24-8C15-4E64-BBF4-4C2D6C25C97C}" destId="{528A195A-8706-4D0E-BEA3-39282480109A}" srcOrd="1" destOrd="0" presId="urn:microsoft.com/office/officeart/2005/8/layout/hierarchy2"/>
    <dgm:cxn modelId="{5EEBAC38-16E0-475A-9572-8F63DB6AD9FF}" type="presOf" srcId="{17702612-2AB1-4189-B445-5990868BD4DD}" destId="{58AB68C1-9E9F-4D33-97ED-3246D540D95D}" srcOrd="0" destOrd="0" presId="urn:microsoft.com/office/officeart/2005/8/layout/hierarchy2"/>
    <dgm:cxn modelId="{4B950442-D591-433C-8E38-C4EC3A21EE77}" srcId="{B58F0D05-1C40-4EE1-A5F9-02BD30584B34}" destId="{FBC7CF4F-BDDC-40E0-9CD0-300B047C7A68}" srcOrd="1" destOrd="0" parTransId="{6595397B-3C6C-4D0D-BE0B-8987B7D1D7D1}" sibTransId="{534FF10E-9CD1-4AF9-8E1B-411A955CB213}"/>
    <dgm:cxn modelId="{22B7D94E-CF7A-43B6-986C-9E3F1B550AA4}" type="presOf" srcId="{ECFC9C90-A2C3-4762-AE45-1A1B95F5F8F0}" destId="{959AD0C3-5D87-4B29-ABFC-CE258000655F}" srcOrd="1" destOrd="0" presId="urn:microsoft.com/office/officeart/2005/8/layout/hierarchy2"/>
    <dgm:cxn modelId="{BBEEB050-B85F-422E-817B-9883E339D9A9}" srcId="{B58F0D05-1C40-4EE1-A5F9-02BD30584B34}" destId="{DD440D39-1E8F-4A23-B896-DDA2C4926DC2}" srcOrd="2" destOrd="0" parTransId="{CB13AE24-8C15-4E64-BBF4-4C2D6C25C97C}" sibTransId="{E43FF960-C16F-4D10-87DE-734DF53C5377}"/>
    <dgm:cxn modelId="{CF0F0951-171D-48F3-A805-5F7B01617AC6}" type="presOf" srcId="{FBC7CF4F-BDDC-40E0-9CD0-300B047C7A68}" destId="{071CE186-A3DE-48E7-A5BF-F2B6C7917634}" srcOrd="0" destOrd="0" presId="urn:microsoft.com/office/officeart/2005/8/layout/hierarchy2"/>
    <dgm:cxn modelId="{75657478-124D-4BB7-AF9A-2B40BCC2B008}" type="presOf" srcId="{ECFC9C90-A2C3-4762-AE45-1A1B95F5F8F0}" destId="{321437E0-882F-46CB-9E22-EAE70CD8B5C0}" srcOrd="0" destOrd="0" presId="urn:microsoft.com/office/officeart/2005/8/layout/hierarchy2"/>
    <dgm:cxn modelId="{FF185685-27F9-4EEE-A8F9-3B109676FE1C}" type="presOf" srcId="{B58F0D05-1C40-4EE1-A5F9-02BD30584B34}" destId="{9766E143-B8B7-4F8C-A99F-993AE7589374}" srcOrd="0" destOrd="0" presId="urn:microsoft.com/office/officeart/2005/8/layout/hierarchy2"/>
    <dgm:cxn modelId="{0660F199-D868-44EA-9C1B-553314C7AD8F}" type="presOf" srcId="{DD440D39-1E8F-4A23-B896-DDA2C4926DC2}" destId="{4E2B5518-E842-471E-A4A3-1F990E074F36}" srcOrd="0" destOrd="0" presId="urn:microsoft.com/office/officeart/2005/8/layout/hierarchy2"/>
    <dgm:cxn modelId="{DF92B9A7-B92A-4B8A-8AAE-C451B9FF23C6}" srcId="{B58F0D05-1C40-4EE1-A5F9-02BD30584B34}" destId="{17702612-2AB1-4189-B445-5990868BD4DD}" srcOrd="0" destOrd="0" parTransId="{ECFC9C90-A2C3-4762-AE45-1A1B95F5F8F0}" sibTransId="{41D9BC3D-522C-4F4D-8CB2-7414C8E2F874}"/>
    <dgm:cxn modelId="{ADC22DB3-5394-4E68-ACC1-CB50CCF2749B}" type="presOf" srcId="{6595397B-3C6C-4D0D-BE0B-8987B7D1D7D1}" destId="{48E4C06C-1D55-43C4-B123-DE5AAD76C271}" srcOrd="0" destOrd="0" presId="urn:microsoft.com/office/officeart/2005/8/layout/hierarchy2"/>
    <dgm:cxn modelId="{F30494BE-4F09-477B-BCE1-3DEEE7B7D4BF}" type="presOf" srcId="{CB13AE24-8C15-4E64-BBF4-4C2D6C25C97C}" destId="{71A315D0-49FE-466E-824F-195377D6FF52}" srcOrd="0" destOrd="0" presId="urn:microsoft.com/office/officeart/2005/8/layout/hierarchy2"/>
    <dgm:cxn modelId="{8541FABF-2079-4F26-9A00-C8F0E3E81F20}" type="presOf" srcId="{374C29E3-37C5-4F3C-87E2-D1A720E51E00}" destId="{1913040E-59F9-4760-8A34-5E83A9D11C42}" srcOrd="0" destOrd="0" presId="urn:microsoft.com/office/officeart/2005/8/layout/hierarchy2"/>
    <dgm:cxn modelId="{565D45E0-B538-4318-8110-18CC47C41317}" srcId="{374C29E3-37C5-4F3C-87E2-D1A720E51E00}" destId="{B58F0D05-1C40-4EE1-A5F9-02BD30584B34}" srcOrd="0" destOrd="0" parTransId="{8D1BC050-AFCA-48C1-8DDE-0D3F48836492}" sibTransId="{2BF73832-2C45-4055-9336-43665589F2D3}"/>
    <dgm:cxn modelId="{688AA63C-9A29-401A-B542-2EDC2B126C72}" type="presParOf" srcId="{1913040E-59F9-4760-8A34-5E83A9D11C42}" destId="{25034839-3A25-482A-BE55-5A1B5AF19D6A}" srcOrd="0" destOrd="0" presId="urn:microsoft.com/office/officeart/2005/8/layout/hierarchy2"/>
    <dgm:cxn modelId="{A38CDCB9-E02F-49BD-8E83-FE1E3AE16B7C}" type="presParOf" srcId="{25034839-3A25-482A-BE55-5A1B5AF19D6A}" destId="{9766E143-B8B7-4F8C-A99F-993AE7589374}" srcOrd="0" destOrd="0" presId="urn:microsoft.com/office/officeart/2005/8/layout/hierarchy2"/>
    <dgm:cxn modelId="{ACC3258B-72CB-4E36-A6AC-9D20F8CF5589}" type="presParOf" srcId="{25034839-3A25-482A-BE55-5A1B5AF19D6A}" destId="{3AB1C0DE-A3B4-434C-AE48-F2E4C2FFA39A}" srcOrd="1" destOrd="0" presId="urn:microsoft.com/office/officeart/2005/8/layout/hierarchy2"/>
    <dgm:cxn modelId="{4AFF94C6-91EF-4D15-A12E-2A540B97B293}" type="presParOf" srcId="{3AB1C0DE-A3B4-434C-AE48-F2E4C2FFA39A}" destId="{321437E0-882F-46CB-9E22-EAE70CD8B5C0}" srcOrd="0" destOrd="0" presId="urn:microsoft.com/office/officeart/2005/8/layout/hierarchy2"/>
    <dgm:cxn modelId="{FE676A14-CDDD-45E3-9DFD-6FA98F119987}" type="presParOf" srcId="{321437E0-882F-46CB-9E22-EAE70CD8B5C0}" destId="{959AD0C3-5D87-4B29-ABFC-CE258000655F}" srcOrd="0" destOrd="0" presId="urn:microsoft.com/office/officeart/2005/8/layout/hierarchy2"/>
    <dgm:cxn modelId="{76E34A9C-40B6-460D-8E96-81D09B24017A}" type="presParOf" srcId="{3AB1C0DE-A3B4-434C-AE48-F2E4C2FFA39A}" destId="{D9ADC7A9-A4A5-4A3A-BD0F-CD1CBF658F1F}" srcOrd="1" destOrd="0" presId="urn:microsoft.com/office/officeart/2005/8/layout/hierarchy2"/>
    <dgm:cxn modelId="{3E7EF8A5-BBE8-4991-A51C-646FAC43EC02}" type="presParOf" srcId="{D9ADC7A9-A4A5-4A3A-BD0F-CD1CBF658F1F}" destId="{58AB68C1-9E9F-4D33-97ED-3246D540D95D}" srcOrd="0" destOrd="0" presId="urn:microsoft.com/office/officeart/2005/8/layout/hierarchy2"/>
    <dgm:cxn modelId="{9D2CA6B7-27CD-401D-AD3A-D84240855826}" type="presParOf" srcId="{D9ADC7A9-A4A5-4A3A-BD0F-CD1CBF658F1F}" destId="{0E023849-66CB-43C6-A5A3-F10071EF9057}" srcOrd="1" destOrd="0" presId="urn:microsoft.com/office/officeart/2005/8/layout/hierarchy2"/>
    <dgm:cxn modelId="{ED62B4EF-C448-462E-8E20-867E1C1C52FE}" type="presParOf" srcId="{3AB1C0DE-A3B4-434C-AE48-F2E4C2FFA39A}" destId="{48E4C06C-1D55-43C4-B123-DE5AAD76C271}" srcOrd="2" destOrd="0" presId="urn:microsoft.com/office/officeart/2005/8/layout/hierarchy2"/>
    <dgm:cxn modelId="{41E44373-3192-430F-9401-D44650EA7C84}" type="presParOf" srcId="{48E4C06C-1D55-43C4-B123-DE5AAD76C271}" destId="{C88ABB95-3AE6-47AD-BCD3-A13BDBEBFB51}" srcOrd="0" destOrd="0" presId="urn:microsoft.com/office/officeart/2005/8/layout/hierarchy2"/>
    <dgm:cxn modelId="{10BE9A8E-0150-4D22-A2E6-767218072246}" type="presParOf" srcId="{3AB1C0DE-A3B4-434C-AE48-F2E4C2FFA39A}" destId="{FEADC6B8-FE86-4406-9B87-44CDA87DD1C0}" srcOrd="3" destOrd="0" presId="urn:microsoft.com/office/officeart/2005/8/layout/hierarchy2"/>
    <dgm:cxn modelId="{53910D96-AA22-4FF4-BA53-54A706B34DC2}" type="presParOf" srcId="{FEADC6B8-FE86-4406-9B87-44CDA87DD1C0}" destId="{071CE186-A3DE-48E7-A5BF-F2B6C7917634}" srcOrd="0" destOrd="0" presId="urn:microsoft.com/office/officeart/2005/8/layout/hierarchy2"/>
    <dgm:cxn modelId="{03FF4337-6CD8-47AB-849B-70399629E605}" type="presParOf" srcId="{FEADC6B8-FE86-4406-9B87-44CDA87DD1C0}" destId="{181CEBC4-369E-4439-9EA4-80EE19C59631}" srcOrd="1" destOrd="0" presId="urn:microsoft.com/office/officeart/2005/8/layout/hierarchy2"/>
    <dgm:cxn modelId="{B1C87AC6-F18D-4AAB-955A-B6F63D156257}" type="presParOf" srcId="{3AB1C0DE-A3B4-434C-AE48-F2E4C2FFA39A}" destId="{71A315D0-49FE-466E-824F-195377D6FF52}" srcOrd="4" destOrd="0" presId="urn:microsoft.com/office/officeart/2005/8/layout/hierarchy2"/>
    <dgm:cxn modelId="{34234576-2CDA-48E2-AA5A-9F680A60EEC8}" type="presParOf" srcId="{71A315D0-49FE-466E-824F-195377D6FF52}" destId="{528A195A-8706-4D0E-BEA3-39282480109A}" srcOrd="0" destOrd="0" presId="urn:microsoft.com/office/officeart/2005/8/layout/hierarchy2"/>
    <dgm:cxn modelId="{87B46BB6-9A6D-4D31-95FF-D1736349E7E7}" type="presParOf" srcId="{3AB1C0DE-A3B4-434C-AE48-F2E4C2FFA39A}" destId="{BB302633-BC14-425D-AD62-AE12F5EE7497}" srcOrd="5" destOrd="0" presId="urn:microsoft.com/office/officeart/2005/8/layout/hierarchy2"/>
    <dgm:cxn modelId="{B45F3120-62FE-45E3-9F94-C1A55C11EE46}" type="presParOf" srcId="{BB302633-BC14-425D-AD62-AE12F5EE7497}" destId="{4E2B5518-E842-471E-A4A3-1F990E074F36}" srcOrd="0" destOrd="0" presId="urn:microsoft.com/office/officeart/2005/8/layout/hierarchy2"/>
    <dgm:cxn modelId="{8BDEDAE0-528B-4E80-95BB-374286CA1290}" type="presParOf" srcId="{BB302633-BC14-425D-AD62-AE12F5EE7497}" destId="{62161B62-4387-4930-8311-7993F8A26DA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D7EDD-559C-40A8-8DEB-369F98B03A31}">
      <dsp:nvSpPr>
        <dsp:cNvPr id="0" name=""/>
        <dsp:cNvSpPr/>
      </dsp:nvSpPr>
      <dsp:spPr>
        <a:xfrm>
          <a:off x="1718823" y="1836018"/>
          <a:ext cx="1581899" cy="478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Programa</a:t>
          </a:r>
        </a:p>
      </dsp:txBody>
      <dsp:txXfrm>
        <a:off x="1732847" y="1850042"/>
        <a:ext cx="1553851" cy="450751"/>
      </dsp:txXfrm>
    </dsp:sp>
    <dsp:sp modelId="{77B0C23C-E99A-449D-A963-43236799EBD4}">
      <dsp:nvSpPr>
        <dsp:cNvPr id="0" name=""/>
        <dsp:cNvSpPr/>
      </dsp:nvSpPr>
      <dsp:spPr>
        <a:xfrm rot="17592664">
          <a:off x="2737338" y="1217743"/>
          <a:ext cx="185972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1859720" y="30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00" kern="1200"/>
        </a:p>
      </dsp:txBody>
      <dsp:txXfrm>
        <a:off x="3620705" y="1174328"/>
        <a:ext cx="92986" cy="92986"/>
      </dsp:txXfrm>
    </dsp:sp>
    <dsp:sp modelId="{E2727373-5816-4678-A315-BD88E61336CB}">
      <dsp:nvSpPr>
        <dsp:cNvPr id="0" name=""/>
        <dsp:cNvSpPr/>
      </dsp:nvSpPr>
      <dsp:spPr>
        <a:xfrm>
          <a:off x="4033674" y="127089"/>
          <a:ext cx="1340859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Gestiona</a:t>
          </a:r>
        </a:p>
      </dsp:txBody>
      <dsp:txXfrm>
        <a:off x="4047682" y="141097"/>
        <a:ext cx="1312843" cy="450255"/>
      </dsp:txXfrm>
    </dsp:sp>
    <dsp:sp modelId="{6C8EE26D-D833-4E81-A434-7CE1909E02E2}">
      <dsp:nvSpPr>
        <dsp:cNvPr id="0" name=""/>
        <dsp:cNvSpPr/>
      </dsp:nvSpPr>
      <dsp:spPr>
        <a:xfrm rot="21443546">
          <a:off x="5374317" y="353621"/>
          <a:ext cx="418731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418731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5573214" y="346231"/>
        <a:ext cx="20936" cy="20936"/>
      </dsp:txXfrm>
    </dsp:sp>
    <dsp:sp modelId="{7DB07D53-9BF8-462F-AD7C-095A649BAB25}">
      <dsp:nvSpPr>
        <dsp:cNvPr id="0" name=""/>
        <dsp:cNvSpPr/>
      </dsp:nvSpPr>
      <dsp:spPr>
        <a:xfrm>
          <a:off x="5792831" y="108039"/>
          <a:ext cx="4623390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Información completa de países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5806839" y="122047"/>
        <a:ext cx="4595374" cy="450255"/>
      </dsp:txXfrm>
    </dsp:sp>
    <dsp:sp modelId="{94D8CE92-5384-4D7C-93DF-C286A8F5D4D4}">
      <dsp:nvSpPr>
        <dsp:cNvPr id="0" name=""/>
        <dsp:cNvSpPr/>
      </dsp:nvSpPr>
      <dsp:spPr>
        <a:xfrm rot="18534651">
          <a:off x="3092254" y="1636149"/>
          <a:ext cx="1121132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1121132" y="30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3624791" y="1611199"/>
        <a:ext cx="56056" cy="56056"/>
      </dsp:txXfrm>
    </dsp:sp>
    <dsp:sp modelId="{770A1F40-616F-4FE9-A36C-6E7933737B2B}">
      <dsp:nvSpPr>
        <dsp:cNvPr id="0" name=""/>
        <dsp:cNvSpPr/>
      </dsp:nvSpPr>
      <dsp:spPr>
        <a:xfrm>
          <a:off x="4004917" y="963901"/>
          <a:ext cx="1474570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Almacena</a:t>
          </a:r>
        </a:p>
      </dsp:txBody>
      <dsp:txXfrm>
        <a:off x="4018925" y="977909"/>
        <a:ext cx="1446554" cy="450255"/>
      </dsp:txXfrm>
    </dsp:sp>
    <dsp:sp modelId="{EFC4B4C0-C059-4393-A112-A2F1AA70A178}">
      <dsp:nvSpPr>
        <dsp:cNvPr id="0" name=""/>
        <dsp:cNvSpPr/>
      </dsp:nvSpPr>
      <dsp:spPr>
        <a:xfrm>
          <a:off x="5479488" y="1199959"/>
          <a:ext cx="408954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408954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5673741" y="1192814"/>
        <a:ext cx="20447" cy="20447"/>
      </dsp:txXfrm>
    </dsp:sp>
    <dsp:sp modelId="{94E8D218-10E8-48A8-A816-1C45C3FBCBB9}">
      <dsp:nvSpPr>
        <dsp:cNvPr id="0" name=""/>
        <dsp:cNvSpPr/>
      </dsp:nvSpPr>
      <dsp:spPr>
        <a:xfrm>
          <a:off x="5888442" y="963901"/>
          <a:ext cx="3599999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Datos en archivo CSV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5902450" y="977909"/>
        <a:ext cx="3571983" cy="450255"/>
      </dsp:txXfrm>
    </dsp:sp>
    <dsp:sp modelId="{7E287867-9DB9-411B-9ACA-C7153D3E7B46}">
      <dsp:nvSpPr>
        <dsp:cNvPr id="0" name=""/>
        <dsp:cNvSpPr/>
      </dsp:nvSpPr>
      <dsp:spPr>
        <a:xfrm rot="21229208">
          <a:off x="3298608" y="2033173"/>
          <a:ext cx="727655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727655" y="30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3644244" y="2018060"/>
        <a:ext cx="36382" cy="36382"/>
      </dsp:txXfrm>
    </dsp:sp>
    <dsp:sp modelId="{67E0589D-050F-4345-836D-B03B5614D2AF}">
      <dsp:nvSpPr>
        <dsp:cNvPr id="0" name=""/>
        <dsp:cNvSpPr/>
      </dsp:nvSpPr>
      <dsp:spPr>
        <a:xfrm>
          <a:off x="4024149" y="1757686"/>
          <a:ext cx="1581899" cy="478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Permite</a:t>
          </a:r>
        </a:p>
      </dsp:txBody>
      <dsp:txXfrm>
        <a:off x="4038173" y="1771710"/>
        <a:ext cx="1553851" cy="450751"/>
      </dsp:txXfrm>
    </dsp:sp>
    <dsp:sp modelId="{8C88B71F-0BA0-44EA-A313-7772101FC49A}">
      <dsp:nvSpPr>
        <dsp:cNvPr id="0" name=""/>
        <dsp:cNvSpPr/>
      </dsp:nvSpPr>
      <dsp:spPr>
        <a:xfrm rot="21536962">
          <a:off x="5605789" y="1965716"/>
          <a:ext cx="3085815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3085815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7071551" y="1891649"/>
        <a:ext cx="154290" cy="154290"/>
      </dsp:txXfrm>
    </dsp:sp>
    <dsp:sp modelId="{7A0D98FA-9DB8-4EC5-B926-308C4EE4FF2E}">
      <dsp:nvSpPr>
        <dsp:cNvPr id="0" name=""/>
        <dsp:cNvSpPr/>
      </dsp:nvSpPr>
      <dsp:spPr>
        <a:xfrm>
          <a:off x="8691345" y="1701368"/>
          <a:ext cx="1188562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rgbClr val="0F1115"/>
              </a:solidFill>
              <a:effectLst/>
              <a:latin typeface="quote-cjk-patch"/>
            </a:rPr>
            <a:t>CRUD</a:t>
          </a:r>
          <a:endParaRPr lang="es-ES" sz="2400" b="1" kern="1200" dirty="0"/>
        </a:p>
      </dsp:txBody>
      <dsp:txXfrm>
        <a:off x="8705353" y="1715376"/>
        <a:ext cx="1160546" cy="450255"/>
      </dsp:txXfrm>
    </dsp:sp>
    <dsp:sp modelId="{77B57A39-B6B8-49E6-A15F-8FA42620A016}">
      <dsp:nvSpPr>
        <dsp:cNvPr id="0" name=""/>
        <dsp:cNvSpPr/>
      </dsp:nvSpPr>
      <dsp:spPr>
        <a:xfrm rot="16757454">
          <a:off x="9560417" y="1561421"/>
          <a:ext cx="762004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762004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9922370" y="1545450"/>
        <a:ext cx="38100" cy="38100"/>
      </dsp:txXfrm>
    </dsp:sp>
    <dsp:sp modelId="{58FB1178-47B1-4A8C-A68C-1752C069A322}">
      <dsp:nvSpPr>
        <dsp:cNvPr id="0" name=""/>
        <dsp:cNvSpPr/>
      </dsp:nvSpPr>
      <dsp:spPr>
        <a:xfrm>
          <a:off x="10002931" y="949360"/>
          <a:ext cx="1791091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Crear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10016939" y="963368"/>
        <a:ext cx="1763075" cy="450255"/>
      </dsp:txXfrm>
    </dsp:sp>
    <dsp:sp modelId="{413540A0-3B32-4BBF-8C93-546DC80ACF5D}">
      <dsp:nvSpPr>
        <dsp:cNvPr id="0" name=""/>
        <dsp:cNvSpPr/>
      </dsp:nvSpPr>
      <dsp:spPr>
        <a:xfrm rot="17768451">
          <a:off x="9801804" y="1812091"/>
          <a:ext cx="27923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279230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9934439" y="1808189"/>
        <a:ext cx="13961" cy="13961"/>
      </dsp:txXfrm>
    </dsp:sp>
    <dsp:sp modelId="{81E1A518-5EBB-4304-9A22-43A84A42179E}">
      <dsp:nvSpPr>
        <dsp:cNvPr id="0" name=""/>
        <dsp:cNvSpPr/>
      </dsp:nvSpPr>
      <dsp:spPr>
        <a:xfrm>
          <a:off x="10002931" y="1450699"/>
          <a:ext cx="1791091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Leer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10016939" y="1464707"/>
        <a:ext cx="1763075" cy="450255"/>
      </dsp:txXfrm>
    </dsp:sp>
    <dsp:sp modelId="{0E84BDFA-29CD-4CBD-8404-4026363AED00}">
      <dsp:nvSpPr>
        <dsp:cNvPr id="0" name=""/>
        <dsp:cNvSpPr/>
      </dsp:nvSpPr>
      <dsp:spPr>
        <a:xfrm rot="3831549">
          <a:off x="9801804" y="2062760"/>
          <a:ext cx="27923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279230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9934439" y="2058858"/>
        <a:ext cx="13961" cy="13961"/>
      </dsp:txXfrm>
    </dsp:sp>
    <dsp:sp modelId="{7C39D744-9B8B-4D61-A7E2-399B75D43D69}">
      <dsp:nvSpPr>
        <dsp:cNvPr id="0" name=""/>
        <dsp:cNvSpPr/>
      </dsp:nvSpPr>
      <dsp:spPr>
        <a:xfrm>
          <a:off x="10002931" y="1952038"/>
          <a:ext cx="1791091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Actualizar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10016939" y="1966046"/>
        <a:ext cx="1763075" cy="450255"/>
      </dsp:txXfrm>
    </dsp:sp>
    <dsp:sp modelId="{0C237BF3-84B8-41B6-BF39-CB00CE816DC6}">
      <dsp:nvSpPr>
        <dsp:cNvPr id="0" name=""/>
        <dsp:cNvSpPr/>
      </dsp:nvSpPr>
      <dsp:spPr>
        <a:xfrm rot="4842546">
          <a:off x="9560417" y="2313429"/>
          <a:ext cx="762004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762004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9922370" y="2297458"/>
        <a:ext cx="38100" cy="38100"/>
      </dsp:txXfrm>
    </dsp:sp>
    <dsp:sp modelId="{2F5FD4FF-3FE6-4B63-9680-1AC1B5564FBC}">
      <dsp:nvSpPr>
        <dsp:cNvPr id="0" name=""/>
        <dsp:cNvSpPr/>
      </dsp:nvSpPr>
      <dsp:spPr>
        <a:xfrm>
          <a:off x="10002931" y="2453376"/>
          <a:ext cx="1791091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Eliminar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10016939" y="2467384"/>
        <a:ext cx="1763075" cy="450255"/>
      </dsp:txXfrm>
    </dsp:sp>
    <dsp:sp modelId="{B066B7F2-354A-41C9-8C75-980D38EAFCC0}">
      <dsp:nvSpPr>
        <dsp:cNvPr id="0" name=""/>
        <dsp:cNvSpPr/>
      </dsp:nvSpPr>
      <dsp:spPr>
        <a:xfrm rot="2517164">
          <a:off x="3095638" y="2607260"/>
          <a:ext cx="160032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1600320" y="30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3855791" y="2570331"/>
        <a:ext cx="80016" cy="80016"/>
      </dsp:txXfrm>
    </dsp:sp>
    <dsp:sp modelId="{88821B0D-22CF-4999-8DC3-0EC14FC3B627}">
      <dsp:nvSpPr>
        <dsp:cNvPr id="0" name=""/>
        <dsp:cNvSpPr/>
      </dsp:nvSpPr>
      <dsp:spPr>
        <a:xfrm>
          <a:off x="4490875" y="2906124"/>
          <a:ext cx="1621300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Ofrece</a:t>
          </a:r>
        </a:p>
      </dsp:txBody>
      <dsp:txXfrm>
        <a:off x="4504883" y="2920132"/>
        <a:ext cx="1593284" cy="450255"/>
      </dsp:txXfrm>
    </dsp:sp>
    <dsp:sp modelId="{59E4C104-E376-4495-AD35-641C7AA8B0B0}">
      <dsp:nvSpPr>
        <dsp:cNvPr id="0" name=""/>
        <dsp:cNvSpPr/>
      </dsp:nvSpPr>
      <dsp:spPr>
        <a:xfrm rot="17768451">
          <a:off x="6034072" y="3016846"/>
          <a:ext cx="27923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279230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6166706" y="3012944"/>
        <a:ext cx="13961" cy="13961"/>
      </dsp:txXfrm>
    </dsp:sp>
    <dsp:sp modelId="{68CDC827-C5B4-4F5F-A10A-E58D157DA73B}">
      <dsp:nvSpPr>
        <dsp:cNvPr id="0" name=""/>
        <dsp:cNvSpPr/>
      </dsp:nvSpPr>
      <dsp:spPr>
        <a:xfrm>
          <a:off x="6235199" y="2655454"/>
          <a:ext cx="2295862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0" kern="1200" noProof="0" dirty="0" err="1">
              <a:solidFill>
                <a:schemeClr val="tx1"/>
              </a:solidFill>
              <a:effectLst/>
              <a:latin typeface="quote-cjk-patch"/>
            </a:rPr>
            <a:t>Múlti</a:t>
          </a: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-consulta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6249207" y="2669462"/>
        <a:ext cx="2267846" cy="450255"/>
      </dsp:txXfrm>
    </dsp:sp>
    <dsp:sp modelId="{803B0660-D223-4836-B13E-DD89051E41B9}">
      <dsp:nvSpPr>
        <dsp:cNvPr id="0" name=""/>
        <dsp:cNvSpPr/>
      </dsp:nvSpPr>
      <dsp:spPr>
        <a:xfrm rot="3831549">
          <a:off x="6034072" y="3267516"/>
          <a:ext cx="279230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279230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6166706" y="3263614"/>
        <a:ext cx="13961" cy="13961"/>
      </dsp:txXfrm>
    </dsp:sp>
    <dsp:sp modelId="{91D214A7-6980-4CC7-8BD8-9D9F3580167F}">
      <dsp:nvSpPr>
        <dsp:cNvPr id="0" name=""/>
        <dsp:cNvSpPr/>
      </dsp:nvSpPr>
      <dsp:spPr>
        <a:xfrm>
          <a:off x="6235199" y="3156793"/>
          <a:ext cx="2295862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 </a:t>
          </a:r>
          <a:r>
            <a:rPr lang="es-ES" sz="2400" b="1" i="0" kern="1200" noProof="0" dirty="0" err="1">
              <a:solidFill>
                <a:schemeClr val="tx1"/>
              </a:solidFill>
              <a:effectLst/>
              <a:latin typeface="quote-cjk-patch"/>
            </a:rPr>
            <a:t>Múlti</a:t>
          </a:r>
          <a:r>
            <a:rPr lang="es-ES" sz="2400" b="1" i="0" kern="1200" noProof="0" dirty="0">
              <a:solidFill>
                <a:schemeClr val="tx1"/>
              </a:solidFill>
              <a:effectLst/>
              <a:latin typeface="quote-cjk-patch"/>
            </a:rPr>
            <a:t>-filtrado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6249207" y="3170801"/>
        <a:ext cx="2267846" cy="450255"/>
      </dsp:txXfrm>
    </dsp:sp>
    <dsp:sp modelId="{A8E9CB8C-49FA-41D7-A9A1-6B602EF77C25}">
      <dsp:nvSpPr>
        <dsp:cNvPr id="0" name=""/>
        <dsp:cNvSpPr/>
      </dsp:nvSpPr>
      <dsp:spPr>
        <a:xfrm rot="3478741">
          <a:off x="2777719" y="3016269"/>
          <a:ext cx="2226633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2226633" y="307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800" kern="1200"/>
        </a:p>
      </dsp:txBody>
      <dsp:txXfrm>
        <a:off x="3835370" y="2963682"/>
        <a:ext cx="111331" cy="111331"/>
      </dsp:txXfrm>
    </dsp:sp>
    <dsp:sp modelId="{CD85DAC5-7F25-41F3-A542-6949379EDD6B}">
      <dsp:nvSpPr>
        <dsp:cNvPr id="0" name=""/>
        <dsp:cNvSpPr/>
      </dsp:nvSpPr>
      <dsp:spPr>
        <a:xfrm>
          <a:off x="4481350" y="3724142"/>
          <a:ext cx="1621300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tx1"/>
              </a:solidFill>
            </a:rPr>
            <a:t>Genera</a:t>
          </a:r>
        </a:p>
      </dsp:txBody>
      <dsp:txXfrm>
        <a:off x="4495358" y="3738150"/>
        <a:ext cx="1593284" cy="450255"/>
      </dsp:txXfrm>
    </dsp:sp>
    <dsp:sp modelId="{3D098497-30A5-44F0-AD28-C619AB9F64C9}">
      <dsp:nvSpPr>
        <dsp:cNvPr id="0" name=""/>
        <dsp:cNvSpPr/>
      </dsp:nvSpPr>
      <dsp:spPr>
        <a:xfrm>
          <a:off x="6102650" y="3960199"/>
          <a:ext cx="123023" cy="6157"/>
        </a:xfrm>
        <a:custGeom>
          <a:avLst/>
          <a:gdLst/>
          <a:ahLst/>
          <a:cxnLst/>
          <a:rect l="0" t="0" r="0" b="0"/>
          <a:pathLst>
            <a:path>
              <a:moveTo>
                <a:pt x="0" y="3078"/>
              </a:moveTo>
              <a:lnTo>
                <a:pt x="123023" y="3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6161087" y="3960202"/>
        <a:ext cx="6151" cy="6151"/>
      </dsp:txXfrm>
    </dsp:sp>
    <dsp:sp modelId="{2F49FFAB-0580-488E-AAA0-5190B751D0CB}">
      <dsp:nvSpPr>
        <dsp:cNvPr id="0" name=""/>
        <dsp:cNvSpPr/>
      </dsp:nvSpPr>
      <dsp:spPr>
        <a:xfrm>
          <a:off x="6225674" y="3724142"/>
          <a:ext cx="3599999" cy="478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 err="1">
              <a:solidFill>
                <a:schemeClr val="tx1"/>
              </a:solidFill>
            </a:rPr>
            <a:t>Estadisticas</a:t>
          </a:r>
          <a:endParaRPr lang="es-ES" sz="2400" b="1" kern="1200" dirty="0">
            <a:solidFill>
              <a:schemeClr val="tx1"/>
            </a:solidFill>
          </a:endParaRPr>
        </a:p>
      </dsp:txBody>
      <dsp:txXfrm>
        <a:off x="6239682" y="3738150"/>
        <a:ext cx="3571983" cy="450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296DD-FDF5-4C34-BC03-A50D95CA3DB8}">
      <dsp:nvSpPr>
        <dsp:cNvPr id="0" name=""/>
        <dsp:cNvSpPr/>
      </dsp:nvSpPr>
      <dsp:spPr>
        <a:xfrm>
          <a:off x="21011" y="1042752"/>
          <a:ext cx="2612502" cy="6796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i="0" kern="1200" noProof="0" dirty="0">
              <a:solidFill>
                <a:srgbClr val="0F1115"/>
              </a:solidFill>
              <a:effectLst/>
              <a:latin typeface="quote-cjk-patch"/>
            </a:rPr>
            <a:t>Características</a:t>
          </a:r>
          <a:endParaRPr lang="es-ES" sz="3200" kern="1200" noProof="0" dirty="0"/>
        </a:p>
      </dsp:txBody>
      <dsp:txXfrm>
        <a:off x="40917" y="1062658"/>
        <a:ext cx="2572690" cy="639830"/>
      </dsp:txXfrm>
    </dsp:sp>
    <dsp:sp modelId="{ECE0586B-E249-436B-8EEE-E006A982A4C3}">
      <dsp:nvSpPr>
        <dsp:cNvPr id="0" name=""/>
        <dsp:cNvSpPr/>
      </dsp:nvSpPr>
      <dsp:spPr>
        <a:xfrm rot="19192347">
          <a:off x="2475539" y="908645"/>
          <a:ext cx="1342244" cy="82792"/>
        </a:xfrm>
        <a:custGeom>
          <a:avLst/>
          <a:gdLst/>
          <a:ahLst/>
          <a:cxnLst/>
          <a:rect l="0" t="0" r="0" b="0"/>
          <a:pathLst>
            <a:path>
              <a:moveTo>
                <a:pt x="0" y="41396"/>
              </a:moveTo>
              <a:lnTo>
                <a:pt x="1342244" y="41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3113105" y="916485"/>
        <a:ext cx="67112" cy="67112"/>
      </dsp:txXfrm>
    </dsp:sp>
    <dsp:sp modelId="{5FBB38D2-5E78-4DBE-BECD-8D317DB202CB}">
      <dsp:nvSpPr>
        <dsp:cNvPr id="0" name=""/>
        <dsp:cNvSpPr/>
      </dsp:nvSpPr>
      <dsp:spPr>
        <a:xfrm>
          <a:off x="3659809" y="164253"/>
          <a:ext cx="3179285" cy="7065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3200" b="0" i="0" kern="1200" noProof="0" dirty="0">
              <a:solidFill>
                <a:srgbClr val="0F1115"/>
              </a:solidFill>
              <a:effectLst/>
              <a:latin typeface="quote-cjk-patch"/>
            </a:rPr>
            <a:t>Sin dependencias</a:t>
          </a:r>
          <a:endParaRPr lang="es-ES" sz="3200" kern="1200" noProof="0" dirty="0"/>
        </a:p>
      </dsp:txBody>
      <dsp:txXfrm>
        <a:off x="3680502" y="184946"/>
        <a:ext cx="3137899" cy="665126"/>
      </dsp:txXfrm>
    </dsp:sp>
    <dsp:sp modelId="{69A5BD6D-3BDE-4BAD-95EF-C40370D08AE0}">
      <dsp:nvSpPr>
        <dsp:cNvPr id="0" name=""/>
        <dsp:cNvSpPr/>
      </dsp:nvSpPr>
      <dsp:spPr>
        <a:xfrm rot="125172">
          <a:off x="2633173" y="1359870"/>
          <a:ext cx="1026976" cy="82792"/>
        </a:xfrm>
        <a:custGeom>
          <a:avLst/>
          <a:gdLst/>
          <a:ahLst/>
          <a:cxnLst/>
          <a:rect l="0" t="0" r="0" b="0"/>
          <a:pathLst>
            <a:path>
              <a:moveTo>
                <a:pt x="0" y="41396"/>
              </a:moveTo>
              <a:lnTo>
                <a:pt x="1026976" y="41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3120987" y="1375592"/>
        <a:ext cx="51348" cy="51348"/>
      </dsp:txXfrm>
    </dsp:sp>
    <dsp:sp modelId="{5DFF09BB-36EC-4174-833C-599D0E66183D}">
      <dsp:nvSpPr>
        <dsp:cNvPr id="0" name=""/>
        <dsp:cNvSpPr/>
      </dsp:nvSpPr>
      <dsp:spPr>
        <a:xfrm>
          <a:off x="3659809" y="1066702"/>
          <a:ext cx="3187227" cy="7065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0" i="0" kern="1200" noProof="0" dirty="0">
              <a:solidFill>
                <a:srgbClr val="0F1115"/>
              </a:solidFill>
              <a:effectLst/>
              <a:latin typeface="quote-cjk-patch"/>
            </a:rPr>
            <a:t>Multiplataforma</a:t>
          </a:r>
          <a:endParaRPr lang="es-ES" sz="3200" kern="1200" noProof="0" dirty="0"/>
        </a:p>
      </dsp:txBody>
      <dsp:txXfrm>
        <a:off x="3680502" y="1087395"/>
        <a:ext cx="3145841" cy="665126"/>
      </dsp:txXfrm>
    </dsp:sp>
    <dsp:sp modelId="{3B5C84FD-6102-4149-ABEE-5CB86FEAC8F9}">
      <dsp:nvSpPr>
        <dsp:cNvPr id="0" name=""/>
        <dsp:cNvSpPr/>
      </dsp:nvSpPr>
      <dsp:spPr>
        <a:xfrm rot="2548922">
          <a:off x="2450858" y="1811094"/>
          <a:ext cx="1391607" cy="82792"/>
        </a:xfrm>
        <a:custGeom>
          <a:avLst/>
          <a:gdLst/>
          <a:ahLst/>
          <a:cxnLst/>
          <a:rect l="0" t="0" r="0" b="0"/>
          <a:pathLst>
            <a:path>
              <a:moveTo>
                <a:pt x="0" y="41396"/>
              </a:moveTo>
              <a:lnTo>
                <a:pt x="1391607" y="41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3111871" y="1817701"/>
        <a:ext cx="69580" cy="69580"/>
      </dsp:txXfrm>
    </dsp:sp>
    <dsp:sp modelId="{2E00ECF9-BCB5-4B05-8F0C-7101E3C2F40C}">
      <dsp:nvSpPr>
        <dsp:cNvPr id="0" name=""/>
        <dsp:cNvSpPr/>
      </dsp:nvSpPr>
      <dsp:spPr>
        <a:xfrm>
          <a:off x="3659809" y="1969152"/>
          <a:ext cx="3187227" cy="7065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3200" b="0" i="0" kern="1200" noProof="0" dirty="0">
              <a:solidFill>
                <a:srgbClr val="0F1115"/>
              </a:solidFill>
              <a:effectLst/>
              <a:latin typeface="quote-cjk-patch"/>
            </a:rPr>
            <a:t>Fácil despliegue</a:t>
          </a:r>
          <a:endParaRPr lang="es-ES" sz="3200" kern="1200" noProof="0" dirty="0"/>
        </a:p>
      </dsp:txBody>
      <dsp:txXfrm>
        <a:off x="3680502" y="1989845"/>
        <a:ext cx="3145841" cy="6651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07CE6-E950-4A6A-B461-A37B31A9BDD9}">
      <dsp:nvSpPr>
        <dsp:cNvPr id="0" name=""/>
        <dsp:cNvSpPr/>
      </dsp:nvSpPr>
      <dsp:spPr>
        <a:xfrm>
          <a:off x="734817" y="2913281"/>
          <a:ext cx="2020080" cy="8169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UX</a:t>
          </a:r>
        </a:p>
      </dsp:txBody>
      <dsp:txXfrm>
        <a:off x="758745" y="2937209"/>
        <a:ext cx="1972224" cy="769117"/>
      </dsp:txXfrm>
    </dsp:sp>
    <dsp:sp modelId="{F81581A2-6070-4C06-AD1C-1850CAD10C71}">
      <dsp:nvSpPr>
        <dsp:cNvPr id="0" name=""/>
        <dsp:cNvSpPr/>
      </dsp:nvSpPr>
      <dsp:spPr>
        <a:xfrm rot="19079822">
          <a:off x="2307938" y="2074081"/>
          <a:ext cx="3479773" cy="166816"/>
        </a:xfrm>
        <a:custGeom>
          <a:avLst/>
          <a:gdLst/>
          <a:ahLst/>
          <a:cxnLst/>
          <a:rect l="0" t="0" r="0" b="0"/>
          <a:pathLst>
            <a:path>
              <a:moveTo>
                <a:pt x="0" y="83408"/>
              </a:moveTo>
              <a:lnTo>
                <a:pt x="3479773" y="834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200" kern="1200"/>
        </a:p>
      </dsp:txBody>
      <dsp:txXfrm>
        <a:off x="3960831" y="2070495"/>
        <a:ext cx="173988" cy="173988"/>
      </dsp:txXfrm>
    </dsp:sp>
    <dsp:sp modelId="{AEB47643-2D7C-4954-B8AF-482293DBB47A}">
      <dsp:nvSpPr>
        <dsp:cNvPr id="0" name=""/>
        <dsp:cNvSpPr/>
      </dsp:nvSpPr>
      <dsp:spPr>
        <a:xfrm>
          <a:off x="5340753" y="701286"/>
          <a:ext cx="4963357" cy="583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Limpieza de </a:t>
          </a:r>
          <a:r>
            <a:rPr lang="es-ES" sz="2800" b="1" kern="1200" dirty="0" err="1">
              <a:solidFill>
                <a:schemeClr val="tx1"/>
              </a:solidFill>
            </a:rPr>
            <a:t>bash</a:t>
          </a:r>
          <a:endParaRPr lang="es-ES" sz="2800" b="1" kern="1200" dirty="0">
            <a:solidFill>
              <a:schemeClr val="tx1"/>
            </a:solidFill>
          </a:endParaRPr>
        </a:p>
      </dsp:txBody>
      <dsp:txXfrm>
        <a:off x="5357853" y="718386"/>
        <a:ext cx="4929157" cy="549649"/>
      </dsp:txXfrm>
    </dsp:sp>
    <dsp:sp modelId="{DD88DFCE-0F46-4E49-AAE1-C215300530C7}">
      <dsp:nvSpPr>
        <dsp:cNvPr id="0" name=""/>
        <dsp:cNvSpPr/>
      </dsp:nvSpPr>
      <dsp:spPr>
        <a:xfrm rot="19820498">
          <a:off x="2559976" y="2502131"/>
          <a:ext cx="2975697" cy="166816"/>
        </a:xfrm>
        <a:custGeom>
          <a:avLst/>
          <a:gdLst/>
          <a:ahLst/>
          <a:cxnLst/>
          <a:rect l="0" t="0" r="0" b="0"/>
          <a:pathLst>
            <a:path>
              <a:moveTo>
                <a:pt x="0" y="83408"/>
              </a:moveTo>
              <a:lnTo>
                <a:pt x="2975697" y="834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000" kern="1200"/>
        </a:p>
      </dsp:txBody>
      <dsp:txXfrm>
        <a:off x="3973433" y="2511147"/>
        <a:ext cx="148784" cy="148784"/>
      </dsp:txXfrm>
    </dsp:sp>
    <dsp:sp modelId="{824F9812-106E-455E-AF6F-951FC13DBD37}">
      <dsp:nvSpPr>
        <dsp:cNvPr id="0" name=""/>
        <dsp:cNvSpPr/>
      </dsp:nvSpPr>
      <dsp:spPr>
        <a:xfrm>
          <a:off x="5340753" y="1557386"/>
          <a:ext cx="4963357" cy="583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Mensaje de error visible</a:t>
          </a:r>
        </a:p>
      </dsp:txBody>
      <dsp:txXfrm>
        <a:off x="5357853" y="1574486"/>
        <a:ext cx="4929157" cy="549649"/>
      </dsp:txXfrm>
    </dsp:sp>
    <dsp:sp modelId="{BE5B47B6-4CEC-4069-A18C-0677C9946A32}">
      <dsp:nvSpPr>
        <dsp:cNvPr id="0" name=""/>
        <dsp:cNvSpPr/>
      </dsp:nvSpPr>
      <dsp:spPr>
        <a:xfrm rot="220869">
          <a:off x="2752242" y="3321002"/>
          <a:ext cx="2574355" cy="166816"/>
        </a:xfrm>
        <a:custGeom>
          <a:avLst/>
          <a:gdLst/>
          <a:ahLst/>
          <a:cxnLst/>
          <a:rect l="0" t="0" r="0" b="0"/>
          <a:pathLst>
            <a:path>
              <a:moveTo>
                <a:pt x="0" y="83408"/>
              </a:moveTo>
              <a:lnTo>
                <a:pt x="2574355" y="834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900" kern="1200"/>
        </a:p>
      </dsp:txBody>
      <dsp:txXfrm>
        <a:off x="3975061" y="3340051"/>
        <a:ext cx="128717" cy="128717"/>
      </dsp:txXfrm>
    </dsp:sp>
    <dsp:sp modelId="{DE035AF0-ED22-4F67-A41B-3EDFBBBDEC7B}">
      <dsp:nvSpPr>
        <dsp:cNvPr id="0" name=""/>
        <dsp:cNvSpPr/>
      </dsp:nvSpPr>
      <dsp:spPr>
        <a:xfrm>
          <a:off x="5323942" y="3195127"/>
          <a:ext cx="4963357" cy="583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Confirmación de acción</a:t>
          </a:r>
        </a:p>
      </dsp:txBody>
      <dsp:txXfrm>
        <a:off x="5341042" y="3212227"/>
        <a:ext cx="4929157" cy="549649"/>
      </dsp:txXfrm>
    </dsp:sp>
    <dsp:sp modelId="{89FAE03E-A7D4-49A1-81DD-FE0EA8C9C7A4}">
      <dsp:nvSpPr>
        <dsp:cNvPr id="0" name=""/>
        <dsp:cNvSpPr/>
      </dsp:nvSpPr>
      <dsp:spPr>
        <a:xfrm rot="20705689">
          <a:off x="2710006" y="2895183"/>
          <a:ext cx="2668347" cy="166816"/>
        </a:xfrm>
        <a:custGeom>
          <a:avLst/>
          <a:gdLst/>
          <a:ahLst/>
          <a:cxnLst/>
          <a:rect l="0" t="0" r="0" b="0"/>
          <a:pathLst>
            <a:path>
              <a:moveTo>
                <a:pt x="0" y="83408"/>
              </a:moveTo>
              <a:lnTo>
                <a:pt x="2668347" y="834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900" kern="1200"/>
        </a:p>
      </dsp:txBody>
      <dsp:txXfrm>
        <a:off x="3977471" y="2911883"/>
        <a:ext cx="133417" cy="133417"/>
      </dsp:txXfrm>
    </dsp:sp>
    <dsp:sp modelId="{4460D0EC-5EEF-4D8C-88AC-F38392D22F7C}">
      <dsp:nvSpPr>
        <dsp:cNvPr id="0" name=""/>
        <dsp:cNvSpPr/>
      </dsp:nvSpPr>
      <dsp:spPr>
        <a:xfrm>
          <a:off x="5333463" y="2343490"/>
          <a:ext cx="4963357" cy="583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Tablas formateadas</a:t>
          </a:r>
        </a:p>
      </dsp:txBody>
      <dsp:txXfrm>
        <a:off x="5350563" y="2360590"/>
        <a:ext cx="4929157" cy="5496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E6B93-A40E-417F-9B35-335EE20ABA66}">
      <dsp:nvSpPr>
        <dsp:cNvPr id="0" name=""/>
        <dsp:cNvSpPr/>
      </dsp:nvSpPr>
      <dsp:spPr>
        <a:xfrm>
          <a:off x="0" y="3721365"/>
          <a:ext cx="4690958" cy="623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Características </a:t>
          </a:r>
        </a:p>
      </dsp:txBody>
      <dsp:txXfrm>
        <a:off x="18273" y="3739638"/>
        <a:ext cx="4654412" cy="587333"/>
      </dsp:txXfrm>
    </dsp:sp>
    <dsp:sp modelId="{1F4C9E71-53CE-4514-B326-B498E4CD166C}">
      <dsp:nvSpPr>
        <dsp:cNvPr id="0" name=""/>
        <dsp:cNvSpPr/>
      </dsp:nvSpPr>
      <dsp:spPr>
        <a:xfrm rot="19620983">
          <a:off x="4559890" y="3561634"/>
          <a:ext cx="1626416" cy="57919"/>
        </a:xfrm>
        <a:custGeom>
          <a:avLst/>
          <a:gdLst/>
          <a:ahLst/>
          <a:cxnLst/>
          <a:rect l="0" t="0" r="0" b="0"/>
          <a:pathLst>
            <a:path>
              <a:moveTo>
                <a:pt x="0" y="28959"/>
              </a:moveTo>
              <a:lnTo>
                <a:pt x="1626416" y="28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5332438" y="3549934"/>
        <a:ext cx="81320" cy="81320"/>
      </dsp:txXfrm>
    </dsp:sp>
    <dsp:sp modelId="{ACCD29D6-99B5-421E-A099-3870097B631A}">
      <dsp:nvSpPr>
        <dsp:cNvPr id="0" name=""/>
        <dsp:cNvSpPr/>
      </dsp:nvSpPr>
      <dsp:spPr>
        <a:xfrm>
          <a:off x="6055239" y="2835945"/>
          <a:ext cx="4690958" cy="623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Valida en tiempo real</a:t>
          </a:r>
        </a:p>
      </dsp:txBody>
      <dsp:txXfrm>
        <a:off x="6073512" y="2854218"/>
        <a:ext cx="4654412" cy="587333"/>
      </dsp:txXfrm>
    </dsp:sp>
    <dsp:sp modelId="{FED3C049-EFE6-4B7B-BA32-67526894BF7F}">
      <dsp:nvSpPr>
        <dsp:cNvPr id="0" name=""/>
        <dsp:cNvSpPr/>
      </dsp:nvSpPr>
      <dsp:spPr>
        <a:xfrm>
          <a:off x="4690958" y="4004344"/>
          <a:ext cx="1364280" cy="57919"/>
        </a:xfrm>
        <a:custGeom>
          <a:avLst/>
          <a:gdLst/>
          <a:ahLst/>
          <a:cxnLst/>
          <a:rect l="0" t="0" r="0" b="0"/>
          <a:pathLst>
            <a:path>
              <a:moveTo>
                <a:pt x="0" y="28959"/>
              </a:moveTo>
              <a:lnTo>
                <a:pt x="1364280" y="28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5338991" y="3999197"/>
        <a:ext cx="68214" cy="68214"/>
      </dsp:txXfrm>
    </dsp:sp>
    <dsp:sp modelId="{776CFD79-716E-4E9B-8F80-4DA96B259280}">
      <dsp:nvSpPr>
        <dsp:cNvPr id="0" name=""/>
        <dsp:cNvSpPr/>
      </dsp:nvSpPr>
      <dsp:spPr>
        <a:xfrm>
          <a:off x="6055239" y="3721365"/>
          <a:ext cx="4690958" cy="623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Mensaje error claro</a:t>
          </a:r>
        </a:p>
      </dsp:txBody>
      <dsp:txXfrm>
        <a:off x="6073512" y="3739638"/>
        <a:ext cx="4654412" cy="587333"/>
      </dsp:txXfrm>
    </dsp:sp>
    <dsp:sp modelId="{AC6B02E6-6AC1-4AD0-B277-25F9794FBDDA}">
      <dsp:nvSpPr>
        <dsp:cNvPr id="0" name=""/>
        <dsp:cNvSpPr/>
      </dsp:nvSpPr>
      <dsp:spPr>
        <a:xfrm rot="1979017">
          <a:off x="4559890" y="4447054"/>
          <a:ext cx="1626416" cy="57919"/>
        </a:xfrm>
        <a:custGeom>
          <a:avLst/>
          <a:gdLst/>
          <a:ahLst/>
          <a:cxnLst/>
          <a:rect l="0" t="0" r="0" b="0"/>
          <a:pathLst>
            <a:path>
              <a:moveTo>
                <a:pt x="0" y="28959"/>
              </a:moveTo>
              <a:lnTo>
                <a:pt x="1626416" y="28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5332438" y="4435353"/>
        <a:ext cx="81320" cy="81320"/>
      </dsp:txXfrm>
    </dsp:sp>
    <dsp:sp modelId="{33E63105-F759-4FCD-8FFC-0784860BE6E3}">
      <dsp:nvSpPr>
        <dsp:cNvPr id="0" name=""/>
        <dsp:cNvSpPr/>
      </dsp:nvSpPr>
      <dsp:spPr>
        <a:xfrm>
          <a:off x="6055239" y="4606784"/>
          <a:ext cx="4690958" cy="623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solidFill>
                <a:schemeClr val="tx1"/>
              </a:solidFill>
            </a:rPr>
            <a:t>Posibilidad de cancela</a:t>
          </a:r>
        </a:p>
      </dsp:txBody>
      <dsp:txXfrm>
        <a:off x="6073512" y="4625057"/>
        <a:ext cx="4654412" cy="587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6EF41-B2D3-4CF6-A028-7EB44AAE3A0D}">
      <dsp:nvSpPr>
        <dsp:cNvPr id="0" name=""/>
        <dsp:cNvSpPr/>
      </dsp:nvSpPr>
      <dsp:spPr>
        <a:xfrm>
          <a:off x="534857" y="1890122"/>
          <a:ext cx="3617443" cy="467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>
              <a:solidFill>
                <a:schemeClr val="tx1"/>
              </a:solidFill>
            </a:rPr>
            <a:t>Ventajas</a:t>
          </a:r>
        </a:p>
      </dsp:txBody>
      <dsp:txXfrm>
        <a:off x="548546" y="1903811"/>
        <a:ext cx="3590065" cy="439982"/>
      </dsp:txXfrm>
    </dsp:sp>
    <dsp:sp modelId="{20AB7164-B821-49FF-AE74-358ADF470235}">
      <dsp:nvSpPr>
        <dsp:cNvPr id="0" name=""/>
        <dsp:cNvSpPr/>
      </dsp:nvSpPr>
      <dsp:spPr>
        <a:xfrm rot="16843955">
          <a:off x="3369541" y="1149722"/>
          <a:ext cx="1923774" cy="58038"/>
        </a:xfrm>
        <a:custGeom>
          <a:avLst/>
          <a:gdLst/>
          <a:ahLst/>
          <a:cxnLst/>
          <a:rect l="0" t="0" r="0" b="0"/>
          <a:pathLst>
            <a:path>
              <a:moveTo>
                <a:pt x="0" y="29019"/>
              </a:moveTo>
              <a:lnTo>
                <a:pt x="1923774" y="290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/>
        </a:p>
      </dsp:txBody>
      <dsp:txXfrm>
        <a:off x="4283334" y="1130647"/>
        <a:ext cx="96188" cy="96188"/>
      </dsp:txXfrm>
    </dsp:sp>
    <dsp:sp modelId="{58163B88-1F4B-41E7-BF1D-C8104E1F58C4}">
      <dsp:nvSpPr>
        <dsp:cNvPr id="0" name=""/>
        <dsp:cNvSpPr/>
      </dsp:nvSpPr>
      <dsp:spPr>
        <a:xfrm>
          <a:off x="4510556" y="0"/>
          <a:ext cx="3617443" cy="467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>
              <a:solidFill>
                <a:schemeClr val="tx1"/>
              </a:solidFill>
            </a:rPr>
            <a:t>Formato universal</a:t>
          </a:r>
        </a:p>
      </dsp:txBody>
      <dsp:txXfrm>
        <a:off x="4524245" y="13689"/>
        <a:ext cx="3590065" cy="439982"/>
      </dsp:txXfrm>
    </dsp:sp>
    <dsp:sp modelId="{28C67E3F-EE77-4799-9CC2-0B7E5DF66762}">
      <dsp:nvSpPr>
        <dsp:cNvPr id="0" name=""/>
        <dsp:cNvSpPr/>
      </dsp:nvSpPr>
      <dsp:spPr>
        <a:xfrm rot="17192814">
          <a:off x="3702472" y="1491876"/>
          <a:ext cx="1257908" cy="58038"/>
        </a:xfrm>
        <a:custGeom>
          <a:avLst/>
          <a:gdLst/>
          <a:ahLst/>
          <a:cxnLst/>
          <a:rect l="0" t="0" r="0" b="0"/>
          <a:pathLst>
            <a:path>
              <a:moveTo>
                <a:pt x="0" y="29019"/>
              </a:moveTo>
              <a:lnTo>
                <a:pt x="1257908" y="290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4299979" y="1489447"/>
        <a:ext cx="62895" cy="62895"/>
      </dsp:txXfrm>
    </dsp:sp>
    <dsp:sp modelId="{68919B53-9CC0-4257-8092-917CC5AF7C65}">
      <dsp:nvSpPr>
        <dsp:cNvPr id="0" name=""/>
        <dsp:cNvSpPr/>
      </dsp:nvSpPr>
      <dsp:spPr>
        <a:xfrm>
          <a:off x="4510553" y="684307"/>
          <a:ext cx="3617443" cy="467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>
              <a:solidFill>
                <a:schemeClr val="tx1"/>
              </a:solidFill>
            </a:rPr>
            <a:t>Fácil edición</a:t>
          </a:r>
        </a:p>
      </dsp:txBody>
      <dsp:txXfrm>
        <a:off x="4524242" y="697996"/>
        <a:ext cx="3590065" cy="439982"/>
      </dsp:txXfrm>
    </dsp:sp>
    <dsp:sp modelId="{057AD161-2887-4AE0-90DF-AD66EF521ADA}">
      <dsp:nvSpPr>
        <dsp:cNvPr id="0" name=""/>
        <dsp:cNvSpPr/>
      </dsp:nvSpPr>
      <dsp:spPr>
        <a:xfrm rot="18294603">
          <a:off x="4018426" y="1838105"/>
          <a:ext cx="626003" cy="58038"/>
        </a:xfrm>
        <a:custGeom>
          <a:avLst/>
          <a:gdLst/>
          <a:ahLst/>
          <a:cxnLst/>
          <a:rect l="0" t="0" r="0" b="0"/>
          <a:pathLst>
            <a:path>
              <a:moveTo>
                <a:pt x="0" y="29019"/>
              </a:moveTo>
              <a:lnTo>
                <a:pt x="626003" y="290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4315778" y="1851475"/>
        <a:ext cx="31300" cy="31300"/>
      </dsp:txXfrm>
    </dsp:sp>
    <dsp:sp modelId="{5334D63F-3188-4DF1-A018-FC747DD2547D}">
      <dsp:nvSpPr>
        <dsp:cNvPr id="0" name=""/>
        <dsp:cNvSpPr/>
      </dsp:nvSpPr>
      <dsp:spPr>
        <a:xfrm>
          <a:off x="4510556" y="1376767"/>
          <a:ext cx="3617443" cy="4673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</a:schemeClr>
        </a:solidFill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>
              <a:solidFill>
                <a:schemeClr val="tx1"/>
              </a:solidFill>
            </a:rPr>
            <a:t>Persistencia </a:t>
          </a:r>
        </a:p>
      </dsp:txBody>
      <dsp:txXfrm>
        <a:off x="4524245" y="1390456"/>
        <a:ext cx="3590065" cy="4399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6E143-B8B7-4F8C-A99F-993AE7589374}">
      <dsp:nvSpPr>
        <dsp:cNvPr id="0" name=""/>
        <dsp:cNvSpPr/>
      </dsp:nvSpPr>
      <dsp:spPr>
        <a:xfrm>
          <a:off x="342" y="1087773"/>
          <a:ext cx="3240221" cy="720053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 dirty="0"/>
            <a:t>Criterios</a:t>
          </a:r>
        </a:p>
      </dsp:txBody>
      <dsp:txXfrm>
        <a:off x="21432" y="1108863"/>
        <a:ext cx="3198041" cy="677873"/>
      </dsp:txXfrm>
    </dsp:sp>
    <dsp:sp modelId="{321437E0-882F-46CB-9E22-EAE70CD8B5C0}">
      <dsp:nvSpPr>
        <dsp:cNvPr id="0" name=""/>
        <dsp:cNvSpPr/>
      </dsp:nvSpPr>
      <dsp:spPr>
        <a:xfrm rot="19680357">
          <a:off x="3093084" y="869394"/>
          <a:ext cx="1941830" cy="127968"/>
        </a:xfrm>
        <a:custGeom>
          <a:avLst/>
          <a:gdLst/>
          <a:ahLst/>
          <a:cxnLst/>
          <a:rect l="0" t="0" r="0" b="0"/>
          <a:pathLst>
            <a:path>
              <a:moveTo>
                <a:pt x="0" y="63984"/>
              </a:moveTo>
              <a:lnTo>
                <a:pt x="1941830" y="639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/>
        </a:p>
      </dsp:txBody>
      <dsp:txXfrm>
        <a:off x="4015454" y="884833"/>
        <a:ext cx="97091" cy="97091"/>
      </dsp:txXfrm>
    </dsp:sp>
    <dsp:sp modelId="{58AB68C1-9E9F-4D33-97ED-3246D540D95D}">
      <dsp:nvSpPr>
        <dsp:cNvPr id="0" name=""/>
        <dsp:cNvSpPr/>
      </dsp:nvSpPr>
      <dsp:spPr>
        <a:xfrm>
          <a:off x="4887436" y="58930"/>
          <a:ext cx="3240221" cy="720053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/>
            <a:t>Nombre</a:t>
          </a:r>
          <a:endParaRPr lang="es-ES" sz="3600" b="1" kern="1200" dirty="0"/>
        </a:p>
      </dsp:txBody>
      <dsp:txXfrm>
        <a:off x="4908526" y="80020"/>
        <a:ext cx="3198041" cy="677873"/>
      </dsp:txXfrm>
    </dsp:sp>
    <dsp:sp modelId="{48E4C06C-1D55-43C4-B123-DE5AAD76C271}">
      <dsp:nvSpPr>
        <dsp:cNvPr id="0" name=""/>
        <dsp:cNvSpPr/>
      </dsp:nvSpPr>
      <dsp:spPr>
        <a:xfrm>
          <a:off x="3240563" y="1383815"/>
          <a:ext cx="1646872" cy="127968"/>
        </a:xfrm>
        <a:custGeom>
          <a:avLst/>
          <a:gdLst/>
          <a:ahLst/>
          <a:cxnLst/>
          <a:rect l="0" t="0" r="0" b="0"/>
          <a:pathLst>
            <a:path>
              <a:moveTo>
                <a:pt x="0" y="63984"/>
              </a:moveTo>
              <a:lnTo>
                <a:pt x="1646872" y="639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600" kern="1200"/>
        </a:p>
      </dsp:txBody>
      <dsp:txXfrm>
        <a:off x="4022828" y="1406628"/>
        <a:ext cx="82343" cy="82343"/>
      </dsp:txXfrm>
    </dsp:sp>
    <dsp:sp modelId="{071CE186-A3DE-48E7-A5BF-F2B6C7917634}">
      <dsp:nvSpPr>
        <dsp:cNvPr id="0" name=""/>
        <dsp:cNvSpPr/>
      </dsp:nvSpPr>
      <dsp:spPr>
        <a:xfrm>
          <a:off x="4887436" y="1087773"/>
          <a:ext cx="3240221" cy="720053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 dirty="0"/>
            <a:t>Población</a:t>
          </a:r>
        </a:p>
      </dsp:txBody>
      <dsp:txXfrm>
        <a:off x="4908526" y="1108863"/>
        <a:ext cx="3198041" cy="677873"/>
      </dsp:txXfrm>
    </dsp:sp>
    <dsp:sp modelId="{71A315D0-49FE-466E-824F-195377D6FF52}">
      <dsp:nvSpPr>
        <dsp:cNvPr id="0" name=""/>
        <dsp:cNvSpPr/>
      </dsp:nvSpPr>
      <dsp:spPr>
        <a:xfrm rot="1919643">
          <a:off x="3093084" y="1898236"/>
          <a:ext cx="1941830" cy="127968"/>
        </a:xfrm>
        <a:custGeom>
          <a:avLst/>
          <a:gdLst/>
          <a:ahLst/>
          <a:cxnLst/>
          <a:rect l="0" t="0" r="0" b="0"/>
          <a:pathLst>
            <a:path>
              <a:moveTo>
                <a:pt x="0" y="63984"/>
              </a:moveTo>
              <a:lnTo>
                <a:pt x="1941830" y="639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/>
        </a:p>
      </dsp:txBody>
      <dsp:txXfrm>
        <a:off x="4015454" y="1913675"/>
        <a:ext cx="97091" cy="97091"/>
      </dsp:txXfrm>
    </dsp:sp>
    <dsp:sp modelId="{4E2B5518-E842-471E-A4A3-1F990E074F36}">
      <dsp:nvSpPr>
        <dsp:cNvPr id="0" name=""/>
        <dsp:cNvSpPr/>
      </dsp:nvSpPr>
      <dsp:spPr>
        <a:xfrm>
          <a:off x="4887436" y="2116615"/>
          <a:ext cx="3240221" cy="720053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b="1" kern="1200"/>
            <a:t>Superficie</a:t>
          </a:r>
          <a:endParaRPr lang="es-ES" sz="3600" b="1" kern="1200" dirty="0"/>
        </a:p>
      </dsp:txBody>
      <dsp:txXfrm>
        <a:off x="4908526" y="2137705"/>
        <a:ext cx="3198041" cy="67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13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66401-D881-8446-9141-5ADCD658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05AE1-ED32-E2FE-3D03-56EC4824A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72147-93E5-B97E-C602-F9179150D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ADF7F-1E6A-2F0A-F88A-DBA887F37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7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045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051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62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445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350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032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25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81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8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20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6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3761" y="121585"/>
            <a:ext cx="7539613" cy="894078"/>
          </a:xfrm>
        </p:spPr>
        <p:txBody>
          <a:bodyPr anchor="ctr">
            <a:normAutofit/>
          </a:bodyPr>
          <a:lstStyle/>
          <a:p>
            <a:pPr algn="l"/>
            <a:r>
              <a:rPr lang="es-ES" sz="4000" b="1" noProof="0" dirty="0">
                <a:solidFill>
                  <a:schemeClr val="accent5">
                    <a:lumMod val="75000"/>
                  </a:schemeClr>
                </a:solidFill>
                <a:effectLst/>
                <a:latin typeface="quote-cjk-patch"/>
              </a:rPr>
              <a:t>Sistema de Gestión de Países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F276E0-5A96-8C55-C69F-D9BB45EE5456}"/>
              </a:ext>
            </a:extLst>
          </p:cNvPr>
          <p:cNvSpPr txBox="1"/>
          <p:nvPr/>
        </p:nvSpPr>
        <p:spPr>
          <a:xfrm>
            <a:off x="570203" y="2631817"/>
            <a:ext cx="1073597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i="0" noProof="0" dirty="0">
                <a:solidFill>
                  <a:srgbClr val="0F1115"/>
                </a:solidFill>
                <a:effectLst/>
                <a:latin typeface="quote-cjk-patch"/>
              </a:rPr>
              <a:t>Desarrollado en Python</a:t>
            </a:r>
            <a:br>
              <a:rPr lang="es-ES" sz="4000" noProof="0" dirty="0"/>
            </a:br>
            <a:r>
              <a:rPr lang="es-ES" sz="4000" b="0" i="1" noProof="0" dirty="0">
                <a:solidFill>
                  <a:srgbClr val="0F1115"/>
                </a:solidFill>
                <a:effectLst/>
                <a:latin typeface="quote-cjk-patch"/>
              </a:rPr>
              <a:t>Gestor de información geográfica con persistencia en CSV</a:t>
            </a:r>
            <a:br>
              <a:rPr lang="es-ES" sz="4000" noProof="0" dirty="0"/>
            </a:br>
            <a:endParaRPr lang="es-ES" sz="4000" noProof="0" dirty="0"/>
          </a:p>
          <a:p>
            <a:r>
              <a:rPr lang="es-ES" sz="4000" b="1" i="0" noProof="0" dirty="0">
                <a:solidFill>
                  <a:srgbClr val="0F1115"/>
                </a:solidFill>
                <a:effectLst/>
                <a:latin typeface="quote-cjk-patch"/>
              </a:rPr>
              <a:t>Autores:</a:t>
            </a:r>
            <a:r>
              <a:rPr lang="es-ES" sz="4000" b="0" i="0" noProof="0" dirty="0">
                <a:solidFill>
                  <a:srgbClr val="0F1115"/>
                </a:solidFill>
                <a:effectLst/>
                <a:latin typeface="quote-cjk-patch"/>
              </a:rPr>
              <a:t> Dom</a:t>
            </a:r>
            <a:r>
              <a:rPr lang="es-ES" sz="4000" noProof="0" dirty="0">
                <a:solidFill>
                  <a:srgbClr val="0F1115"/>
                </a:solidFill>
                <a:latin typeface="quote-cjk-patch"/>
              </a:rPr>
              <a:t>ín</a:t>
            </a:r>
            <a:r>
              <a:rPr lang="es-ES" sz="4000" b="0" i="0" noProof="0" dirty="0">
                <a:solidFill>
                  <a:srgbClr val="0F1115"/>
                </a:solidFill>
                <a:effectLst/>
                <a:latin typeface="quote-cjk-patch"/>
              </a:rPr>
              <a:t>guez-Urrutia</a:t>
            </a:r>
            <a:br>
              <a:rPr lang="es-ES" sz="4000" noProof="0" dirty="0"/>
            </a:br>
            <a:endParaRPr lang="es-ES" sz="4000" noProof="0" dirty="0"/>
          </a:p>
          <a:p>
            <a:r>
              <a:rPr lang="es-ES" sz="1400" b="1" i="0" noProof="0" dirty="0">
                <a:solidFill>
                  <a:srgbClr val="0F1115"/>
                </a:solidFill>
                <a:effectLst/>
                <a:latin typeface="quote-cjk-patch"/>
              </a:rPr>
              <a:t>Fecha:</a:t>
            </a:r>
            <a:r>
              <a:rPr lang="es-ES" sz="1400" b="0" i="0" noProof="0" dirty="0">
                <a:solidFill>
                  <a:srgbClr val="0F1115"/>
                </a:solidFill>
                <a:effectLst/>
                <a:latin typeface="quote-cjk-patch"/>
              </a:rPr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098" y="668759"/>
            <a:ext cx="4061375" cy="654043"/>
          </a:xfrm>
        </p:spPr>
        <p:txBody>
          <a:bodyPr/>
          <a:lstStyle/>
          <a:p>
            <a:pPr algn="l"/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Objetivo del Sistema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2</a:t>
            </a:fld>
            <a:endParaRPr lang="es-ES" noProof="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0418CEF-4977-EB75-1AB5-CFF8E5CBE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" y="1439725"/>
            <a:ext cx="11049000" cy="53685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sz="2600" b="0" dirty="0">
                <a:solidFill>
                  <a:srgbClr val="0F1115"/>
                </a:solidFill>
                <a:latin typeface="quote-cjk-patch"/>
              </a:rPr>
              <a:t>Aplicación de consola para administrar datos geográficos de manera eficiente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A7DC18E-2CFC-9DDD-C409-9BF33BDCE2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809671"/>
              </p:ext>
            </p:extLst>
          </p:nvPr>
        </p:nvGraphicFramePr>
        <p:xfrm>
          <a:off x="-733950" y="2225963"/>
          <a:ext cx="12430650" cy="4495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3</a:t>
            </a:fld>
            <a:endParaRPr lang="es-ES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BA50FB-252E-3A75-7948-EFCE05370EAF}"/>
              </a:ext>
            </a:extLst>
          </p:cNvPr>
          <p:cNvSpPr txBox="1"/>
          <p:nvPr/>
        </p:nvSpPr>
        <p:spPr>
          <a:xfrm>
            <a:off x="1397260" y="541372"/>
            <a:ext cx="609755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2400" b="1" cap="all" spc="150" noProof="0" dirty="0">
                <a:solidFill>
                  <a:schemeClr val="accent5">
                    <a:lumMod val="75000"/>
                  </a:schemeClr>
                </a:solidFill>
                <a:latin typeface="quote-cjk-patch"/>
                <a:ea typeface="+mj-ea"/>
                <a:cs typeface="+mj-cs"/>
              </a:rPr>
              <a:t>Tecnologías Utilizadas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4DF4CCC-607A-0B28-9933-4FF6C509D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476627"/>
              </p:ext>
            </p:extLst>
          </p:nvPr>
        </p:nvGraphicFramePr>
        <p:xfrm>
          <a:off x="424873" y="1130710"/>
          <a:ext cx="11342253" cy="25908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80751">
                  <a:extLst>
                    <a:ext uri="{9D8B030D-6E8A-4147-A177-3AD203B41FA5}">
                      <a16:colId xmlns:a16="http://schemas.microsoft.com/office/drawing/2014/main" val="701341277"/>
                    </a:ext>
                  </a:extLst>
                </a:gridCol>
                <a:gridCol w="3780751">
                  <a:extLst>
                    <a:ext uri="{9D8B030D-6E8A-4147-A177-3AD203B41FA5}">
                      <a16:colId xmlns:a16="http://schemas.microsoft.com/office/drawing/2014/main" val="4169047599"/>
                    </a:ext>
                  </a:extLst>
                </a:gridCol>
                <a:gridCol w="3780751">
                  <a:extLst>
                    <a:ext uri="{9D8B030D-6E8A-4147-A177-3AD203B41FA5}">
                      <a16:colId xmlns:a16="http://schemas.microsoft.com/office/drawing/2014/main" val="1108490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Componente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Tecnología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Uso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449687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Lenguaje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Python 3.x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Lógica principal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8227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Almacenamiento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CSV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Persistencia de datos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687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Manejo de archivos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OS module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Operaciones de sistema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9631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Interfaz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Consola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Interacción con usuario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07197339"/>
                  </a:ext>
                </a:extLst>
              </a:tr>
            </a:tbl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F83BCCE-DADC-E3DB-39F2-39231E991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5573421"/>
              </p:ext>
            </p:extLst>
          </p:nvPr>
        </p:nvGraphicFramePr>
        <p:xfrm>
          <a:off x="2875682" y="3881556"/>
          <a:ext cx="6849343" cy="2839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604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49" y="558801"/>
            <a:ext cx="4929051" cy="520192"/>
          </a:xfrm>
        </p:spPr>
        <p:txBody>
          <a:bodyPr/>
          <a:lstStyle/>
          <a:p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Características Principales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4</a:t>
            </a:fld>
            <a:endParaRPr lang="es-ES" noProof="0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9E516936-F318-882B-3E6C-7E83C93C4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433810"/>
              </p:ext>
            </p:extLst>
          </p:nvPr>
        </p:nvGraphicFramePr>
        <p:xfrm>
          <a:off x="1138335" y="2065495"/>
          <a:ext cx="10222567" cy="43433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078779">
                  <a:extLst>
                    <a:ext uri="{9D8B030D-6E8A-4147-A177-3AD203B41FA5}">
                      <a16:colId xmlns:a16="http://schemas.microsoft.com/office/drawing/2014/main" val="281038091"/>
                    </a:ext>
                  </a:extLst>
                </a:gridCol>
                <a:gridCol w="5143788">
                  <a:extLst>
                    <a:ext uri="{9D8B030D-6E8A-4147-A177-3AD203B41FA5}">
                      <a16:colId xmlns:a16="http://schemas.microsoft.com/office/drawing/2014/main" val="1887413897"/>
                    </a:ext>
                  </a:extLst>
                </a:gridCol>
              </a:tblGrid>
              <a:tr h="465674"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Categoría</a:t>
                      </a:r>
                      <a:endParaRPr lang="es-ES" sz="2400" b="1" u="sng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Funcionalidades</a:t>
                      </a:r>
                      <a:endParaRPr lang="es-ES" sz="2400" b="1" u="sng" noProof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70273482"/>
                  </a:ext>
                </a:extLst>
              </a:tr>
              <a:tr h="765036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Gestión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Agregar, actualizar, buscar países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5528192"/>
                  </a:ext>
                </a:extLst>
              </a:tr>
              <a:tr h="765036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Filtrado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Por continente, población, superficie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07683276"/>
                  </a:ext>
                </a:extLst>
              </a:tr>
              <a:tr h="765036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Ordenamiento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Por nombre, población, superficie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57206909"/>
                  </a:ext>
                </a:extLst>
              </a:tr>
              <a:tr h="765036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Análisis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Estadísticas y métricas automáticas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33458897"/>
                  </a:ext>
                </a:extLst>
              </a:tr>
              <a:tr h="765036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Persistencia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Guardado automático en CSV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28006416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2478958A-7FFC-D771-697F-214D0DD6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335" y="1080707"/>
            <a:ext cx="4489556" cy="984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Funcionalidades Implementadas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14A7-AB6B-6174-982A-8E62D3DF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54B2-6C85-7077-EDF9-A4092146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48" y="306809"/>
            <a:ext cx="4061375" cy="654043"/>
          </a:xfrm>
        </p:spPr>
        <p:txBody>
          <a:bodyPr>
            <a:normAutofit/>
          </a:bodyPr>
          <a:lstStyle/>
          <a:p>
            <a:pPr algn="l"/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FLUJO DE EJECUCIÓN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EDCBBC9-9B9B-0662-25AA-77A03723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5</a:t>
            </a:fld>
            <a:endParaRPr lang="es-E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DE0594-14D9-2899-ADCF-48FFC6F73136}"/>
              </a:ext>
            </a:extLst>
          </p:cNvPr>
          <p:cNvSpPr/>
          <p:nvPr/>
        </p:nvSpPr>
        <p:spPr>
          <a:xfrm>
            <a:off x="1115949" y="1028700"/>
            <a:ext cx="10056876" cy="56927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[INICIO]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↓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[Ejecutar programa]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↓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[Cargar CSV]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↓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[Mostrar MENÚ]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↓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[Usuario elige opción 1-10]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↓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├─→ [Opción 1-9: Ejecutar función] → [Guardar CSV] → [Volver al MENÚ]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│</a:t>
            </a:r>
          </a:p>
          <a:p>
            <a:pPr algn="ctr"/>
            <a:r>
              <a:rPr lang="es-ES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└─→ [Opción 10: SALIR]</a:t>
            </a:r>
          </a:p>
        </p:txBody>
      </p:sp>
    </p:spTree>
    <p:extLst>
      <p:ext uri="{BB962C8B-B14F-4D97-AF65-F5344CB8AC3E}">
        <p14:creationId xmlns:p14="http://schemas.microsoft.com/office/powerpoint/2010/main" val="420649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492" y="512148"/>
            <a:ext cx="4929051" cy="520192"/>
          </a:xfrm>
        </p:spPr>
        <p:txBody>
          <a:bodyPr/>
          <a:lstStyle/>
          <a:p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Estructura de Datos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6</a:t>
            </a:fld>
            <a:endParaRPr lang="es-ES" noProof="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478958A-7FFC-D771-697F-214D0DD6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350" y="1451989"/>
            <a:ext cx="5927247" cy="10463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800" b="1" i="1" u="sng" noProof="0" dirty="0">
                <a:solidFill>
                  <a:srgbClr val="0F1115"/>
                </a:solidFill>
                <a:effectLst/>
                <a:latin typeface="quote-cjk-patch"/>
              </a:rPr>
              <a:t>Información que maneja cada país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7DDFF3-2A8A-2D31-7A28-2A953F69B1FB}"/>
              </a:ext>
            </a:extLst>
          </p:cNvPr>
          <p:cNvSpPr txBox="1"/>
          <p:nvPr/>
        </p:nvSpPr>
        <p:spPr>
          <a:xfrm>
            <a:off x="1369680" y="2621413"/>
            <a:ext cx="4098447" cy="30162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i="1" dirty="0"/>
              <a:t>Python</a:t>
            </a:r>
            <a:endParaRPr lang="es-ES" sz="2800" b="1" i="1" noProof="0" dirty="0"/>
          </a:p>
          <a:p>
            <a:endParaRPr lang="es-ES" dirty="0"/>
          </a:p>
          <a:p>
            <a:r>
              <a:rPr lang="es-ES" sz="2400" noProof="0" dirty="0"/>
              <a:t>país = {</a:t>
            </a:r>
          </a:p>
          <a:p>
            <a:r>
              <a:rPr lang="es-ES" sz="2400" noProof="0" dirty="0"/>
              <a:t>    "nombre": "Argentina",</a:t>
            </a:r>
          </a:p>
          <a:p>
            <a:r>
              <a:rPr lang="es-ES" sz="2400" noProof="0" dirty="0"/>
              <a:t>    "</a:t>
            </a:r>
            <a:r>
              <a:rPr lang="es-ES" sz="2400" noProof="0" dirty="0" err="1"/>
              <a:t>poblacion</a:t>
            </a:r>
            <a:r>
              <a:rPr lang="es-ES" sz="2400" noProof="0" dirty="0"/>
              <a:t>": 45195777,</a:t>
            </a:r>
          </a:p>
          <a:p>
            <a:r>
              <a:rPr lang="es-ES" sz="2400" noProof="0" dirty="0"/>
              <a:t>    "superficie": 2780400,</a:t>
            </a:r>
          </a:p>
          <a:p>
            <a:r>
              <a:rPr lang="es-ES" sz="2400" noProof="0" dirty="0"/>
              <a:t>    "continente": "América"</a:t>
            </a:r>
          </a:p>
          <a:p>
            <a:r>
              <a:rPr lang="es-ES" sz="2400" noProof="0" dirty="0"/>
              <a:t>}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50074A-2480-64DC-A4D4-891C86B4D231}"/>
              </a:ext>
            </a:extLst>
          </p:cNvPr>
          <p:cNvSpPr txBox="1"/>
          <p:nvPr/>
        </p:nvSpPr>
        <p:spPr>
          <a:xfrm>
            <a:off x="5655152" y="2621413"/>
            <a:ext cx="5927247" cy="30162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i="1" dirty="0"/>
              <a:t>.CSV</a:t>
            </a:r>
            <a:endParaRPr lang="es-ES" sz="2800" b="1" i="1" noProof="0" dirty="0"/>
          </a:p>
          <a:p>
            <a:endParaRPr lang="es-ES" dirty="0"/>
          </a:p>
          <a:p>
            <a:r>
              <a:rPr lang="es-ES" sz="2400" dirty="0" err="1"/>
              <a:t>csv</a:t>
            </a:r>
            <a:endParaRPr lang="es-ES" sz="2400" dirty="0"/>
          </a:p>
          <a:p>
            <a:r>
              <a:rPr lang="es-ES" sz="2400" dirty="0" err="1"/>
              <a:t>nombre,poblacion,superficie,continente</a:t>
            </a:r>
            <a:endParaRPr lang="es-ES" sz="2400" dirty="0"/>
          </a:p>
          <a:p>
            <a:r>
              <a:rPr lang="es-ES" sz="2400" dirty="0"/>
              <a:t>Argentina,45376763,2780400,América</a:t>
            </a:r>
          </a:p>
          <a:p>
            <a:r>
              <a:rPr lang="es-ES" sz="2400" dirty="0"/>
              <a:t>Japón,125800000,377975,Asia</a:t>
            </a:r>
          </a:p>
          <a:p>
            <a:r>
              <a:rPr lang="es-ES" sz="2400" dirty="0"/>
              <a:t>Brasil,213993437,8515767,América</a:t>
            </a:r>
          </a:p>
          <a:p>
            <a:r>
              <a:rPr lang="es-E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5448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7</a:t>
            </a:fld>
            <a:endParaRPr lang="es-ES" noProof="0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F7FD8BD-A2D0-472C-AF68-AEF3A7C4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232" y="707283"/>
            <a:ext cx="4554893" cy="690854"/>
          </a:xfrm>
        </p:spPr>
        <p:txBody>
          <a:bodyPr/>
          <a:lstStyle/>
          <a:p>
            <a:r>
              <a:rPr lang="es-ES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Interfaz de Usuario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C2BCB6-E95D-ABF6-7984-7E75AED18337}"/>
              </a:ext>
            </a:extLst>
          </p:cNvPr>
          <p:cNvSpPr txBox="1"/>
          <p:nvPr/>
        </p:nvSpPr>
        <p:spPr>
          <a:xfrm>
            <a:off x="1161232" y="1694904"/>
            <a:ext cx="6097554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limpiar_consola</a:t>
            </a:r>
            <a:r>
              <a:rPr lang="es-ES" noProof="0" dirty="0"/>
              <a:t>():</a:t>
            </a:r>
          </a:p>
          <a:p>
            <a:r>
              <a:rPr lang="es-ES" noProof="0" dirty="0"/>
              <a:t>    # Limpia pantalla según SO</a:t>
            </a:r>
          </a:p>
          <a:p>
            <a:r>
              <a:rPr lang="es-ES" noProof="0" dirty="0"/>
              <a:t>    # Windows: '</a:t>
            </a:r>
            <a:r>
              <a:rPr lang="es-ES" noProof="0" dirty="0" err="1"/>
              <a:t>cls</a:t>
            </a:r>
            <a:r>
              <a:rPr lang="es-ES" noProof="0" dirty="0"/>
              <a:t>'</a:t>
            </a:r>
          </a:p>
          <a:p>
            <a:r>
              <a:rPr lang="es-ES" noProof="0" dirty="0"/>
              <a:t>    # Linux/Mac: '</a:t>
            </a:r>
            <a:r>
              <a:rPr lang="es-ES" noProof="0" dirty="0" err="1"/>
              <a:t>clear</a:t>
            </a:r>
            <a:r>
              <a:rPr lang="es-ES" noProof="0" dirty="0"/>
              <a:t>'</a:t>
            </a:r>
          </a:p>
          <a:p>
            <a:endParaRPr lang="es-ES" noProof="0" dirty="0"/>
          </a:p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mostrar_menu</a:t>
            </a:r>
            <a:r>
              <a:rPr lang="es-ES" noProof="0" dirty="0"/>
              <a:t>():</a:t>
            </a:r>
          </a:p>
          <a:p>
            <a:r>
              <a:rPr lang="es-ES" noProof="0" dirty="0"/>
              <a:t>    # Diseño visual claro</a:t>
            </a:r>
          </a:p>
          <a:p>
            <a:r>
              <a:rPr lang="es-ES" noProof="0" dirty="0"/>
              <a:t>    # Separadores y títulos</a:t>
            </a:r>
          </a:p>
          <a:p>
            <a:r>
              <a:rPr lang="es-ES" noProof="0" dirty="0"/>
              <a:t>    # Centrado de texto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50ADDF1-E9AB-0CEE-D498-91196AC33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9183390"/>
              </p:ext>
            </p:extLst>
          </p:nvPr>
        </p:nvGraphicFramePr>
        <p:xfrm>
          <a:off x="1240559" y="2435772"/>
          <a:ext cx="10398991" cy="4013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919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098" y="668759"/>
            <a:ext cx="4061375" cy="654043"/>
          </a:xfrm>
        </p:spPr>
        <p:txBody>
          <a:bodyPr>
            <a:normAutofit/>
          </a:bodyPr>
          <a:lstStyle/>
          <a:p>
            <a:pPr algn="l"/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 Menú Principal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8</a:t>
            </a:fld>
            <a:endParaRPr lang="es-E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D7B22C-C96F-3EA4-F297-FEBD2C1963C0}"/>
              </a:ext>
            </a:extLst>
          </p:cNvPr>
          <p:cNvSpPr txBox="1"/>
          <p:nvPr/>
        </p:nvSpPr>
        <p:spPr>
          <a:xfrm>
            <a:off x="1173098" y="1714326"/>
            <a:ext cx="8380477" cy="4154984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endParaRPr lang="es-ES" sz="2400" b="1" noProof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Agregar país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Nuevo registro con validación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Actualizar datos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Modificar población/superficie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Buscar país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Coincidencia parcial/exacta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Filtrar por continente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Agrupamiento geográfico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Filtrar por población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Rangos personalizados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Filtrar por superficie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Filtros por área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Ordenar países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Múltiples criterios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Mostrar estadísticas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Métricas automáticas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Mostrar todos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Listado completo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2400" b="1" i="0" noProof="0" dirty="0">
                <a:solidFill>
                  <a:srgbClr val="0F1115"/>
                </a:solidFill>
                <a:effectLst/>
                <a:latin typeface="quote-cjk-patch"/>
              </a:rPr>
              <a:t>Salir</a:t>
            </a:r>
            <a:r>
              <a:rPr lang="es-ES" sz="2400" b="0" i="0" noProof="0" dirty="0">
                <a:solidFill>
                  <a:srgbClr val="0F1115"/>
                </a:solidFill>
                <a:effectLst/>
                <a:latin typeface="quote-cjk-patch"/>
              </a:rPr>
              <a:t> - Cierre seguro</a:t>
            </a:r>
          </a:p>
        </p:txBody>
      </p:sp>
    </p:spTree>
    <p:extLst>
      <p:ext uri="{BB962C8B-B14F-4D97-AF65-F5344CB8AC3E}">
        <p14:creationId xmlns:p14="http://schemas.microsoft.com/office/powerpoint/2010/main" val="4055251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492" y="512148"/>
            <a:ext cx="4929051" cy="520192"/>
          </a:xfrm>
        </p:spPr>
        <p:txBody>
          <a:bodyPr/>
          <a:lstStyle/>
          <a:p>
            <a:r>
              <a:rPr lang="es-ES" sz="2400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Validación de Datos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9</a:t>
            </a:fld>
            <a:endParaRPr lang="es-ES" noProof="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478958A-7FFC-D771-697F-214D0DD6E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378" y="1032340"/>
            <a:ext cx="3784899" cy="892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s-ES" b="1" noProof="0" dirty="0">
                <a:solidFill>
                  <a:srgbClr val="0F1115"/>
                </a:solidFill>
                <a:effectLst/>
                <a:latin typeface="quote-cjk-patch"/>
              </a:rPr>
              <a:t>Sistema Robusto de Entradas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D0F9B8-1CE8-D00C-9AC2-7EC3DE11BAD0}"/>
              </a:ext>
            </a:extLst>
          </p:cNvPr>
          <p:cNvSpPr txBox="1"/>
          <p:nvPr/>
        </p:nvSpPr>
        <p:spPr>
          <a:xfrm>
            <a:off x="1221282" y="1636846"/>
            <a:ext cx="6102220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validar_entero_positivo</a:t>
            </a:r>
            <a:r>
              <a:rPr lang="es-ES" noProof="0" dirty="0"/>
              <a:t>(mensaje, </a:t>
            </a:r>
            <a:r>
              <a:rPr lang="es-ES" noProof="0" dirty="0" err="1"/>
              <a:t>permitir_cero</a:t>
            </a:r>
            <a:r>
              <a:rPr lang="es-ES" noProof="0" dirty="0"/>
              <a:t>=False):</a:t>
            </a:r>
          </a:p>
          <a:p>
            <a:r>
              <a:rPr lang="es-ES" noProof="0" dirty="0"/>
              <a:t>    # Valida números enteros positivos</a:t>
            </a:r>
          </a:p>
          <a:p>
            <a:r>
              <a:rPr lang="es-ES" noProof="0" dirty="0"/>
              <a:t>    # Permite cancelar operaciones</a:t>
            </a:r>
          </a:p>
          <a:p>
            <a:r>
              <a:rPr lang="es-ES" noProof="0" dirty="0"/>
              <a:t>    # Maneja errores </a:t>
            </a:r>
            <a:r>
              <a:rPr lang="es-ES" noProof="0" dirty="0" err="1"/>
              <a:t>gracefully</a:t>
            </a:r>
            <a:endParaRPr lang="es-ES" noProof="0" dirty="0"/>
          </a:p>
          <a:p>
            <a:endParaRPr lang="es-ES" noProof="0" dirty="0"/>
          </a:p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validar_texto_no_vacio</a:t>
            </a:r>
            <a:r>
              <a:rPr lang="es-ES" noProof="0" dirty="0"/>
              <a:t>(mensaje):</a:t>
            </a:r>
          </a:p>
          <a:p>
            <a:r>
              <a:rPr lang="es-ES" noProof="0" dirty="0"/>
              <a:t>    # Garantiza texto no vacío</a:t>
            </a:r>
          </a:p>
          <a:p>
            <a:r>
              <a:rPr lang="es-ES" noProof="0" dirty="0"/>
              <a:t>    # Normaliza espacios</a:t>
            </a:r>
          </a:p>
          <a:p>
            <a:r>
              <a:rPr lang="es-ES" noProof="0" dirty="0"/>
              <a:t>    # Ofrece cancelación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830B471-1D7A-7ED5-36E1-C8A4B1559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231304"/>
              </p:ext>
            </p:extLst>
          </p:nvPr>
        </p:nvGraphicFramePr>
        <p:xfrm>
          <a:off x="933450" y="1193224"/>
          <a:ext cx="107918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112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10</a:t>
            </a:fld>
            <a:endParaRPr lang="es-ES" noProof="0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F7FD8BD-A2D0-472C-AF68-AEF3A7C4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554893" cy="690854"/>
          </a:xfrm>
        </p:spPr>
        <p:txBody>
          <a:bodyPr>
            <a:normAutofit/>
          </a:bodyPr>
          <a:lstStyle/>
          <a:p>
            <a:r>
              <a:rPr lang="es-ES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Persistencia de Datos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C2B087-D550-42EA-2FDD-C13EE79C6C4C}"/>
              </a:ext>
            </a:extLst>
          </p:cNvPr>
          <p:cNvSpPr txBox="1"/>
          <p:nvPr/>
        </p:nvSpPr>
        <p:spPr>
          <a:xfrm>
            <a:off x="838200" y="158620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noProof="0" dirty="0">
                <a:solidFill>
                  <a:srgbClr val="0F1115"/>
                </a:solidFill>
                <a:effectLst/>
                <a:latin typeface="quote-cjk-patch"/>
              </a:rPr>
              <a:t>Sistema de Archivos CSV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97B019E-7D08-9358-AA38-5371AAEAB1C2}"/>
              </a:ext>
            </a:extLst>
          </p:cNvPr>
          <p:cNvSpPr txBox="1"/>
          <p:nvPr/>
        </p:nvSpPr>
        <p:spPr>
          <a:xfrm>
            <a:off x="838200" y="2136338"/>
            <a:ext cx="6097554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cargar_paises</a:t>
            </a:r>
            <a:r>
              <a:rPr lang="es-ES" noProof="0" dirty="0"/>
              <a:t>():</a:t>
            </a:r>
          </a:p>
          <a:p>
            <a:r>
              <a:rPr lang="es-ES" noProof="0" dirty="0"/>
              <a:t>    # Lee archivo CSV</a:t>
            </a:r>
          </a:p>
          <a:p>
            <a:r>
              <a:rPr lang="es-ES" noProof="0" dirty="0"/>
              <a:t>    # Convierte tipos de datos</a:t>
            </a:r>
          </a:p>
          <a:p>
            <a:r>
              <a:rPr lang="es-ES" noProof="0" dirty="0"/>
              <a:t>    # Maneja archivo inexistente</a:t>
            </a:r>
          </a:p>
          <a:p>
            <a:endParaRPr lang="es-ES" noProof="0" dirty="0"/>
          </a:p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guardar_paises</a:t>
            </a:r>
            <a:r>
              <a:rPr lang="es-ES" noProof="0" dirty="0"/>
              <a:t>(</a:t>
            </a:r>
            <a:r>
              <a:rPr lang="es-ES" noProof="0" dirty="0" err="1"/>
              <a:t>paises</a:t>
            </a:r>
            <a:r>
              <a:rPr lang="es-ES" noProof="0" dirty="0"/>
              <a:t>):</a:t>
            </a:r>
          </a:p>
          <a:p>
            <a:r>
              <a:rPr lang="es-ES" noProof="0" dirty="0"/>
              <a:t>    # Escribe archivo CSV</a:t>
            </a:r>
          </a:p>
          <a:p>
            <a:r>
              <a:rPr lang="es-ES" noProof="0" dirty="0"/>
              <a:t>    # Mantiene formato consistente</a:t>
            </a:r>
          </a:p>
          <a:p>
            <a:r>
              <a:rPr lang="es-ES" noProof="0" dirty="0"/>
              <a:t>    # </a:t>
            </a:r>
            <a:r>
              <a:rPr lang="es-ES" noProof="0" dirty="0" err="1"/>
              <a:t>Encoding</a:t>
            </a:r>
            <a:r>
              <a:rPr lang="es-ES" noProof="0" dirty="0"/>
              <a:t> UTF-8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72B2982-1613-1578-E208-A1896F9844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2473459"/>
              </p:ext>
            </p:extLst>
          </p:nvPr>
        </p:nvGraphicFramePr>
        <p:xfrm>
          <a:off x="3775075" y="3569996"/>
          <a:ext cx="8128000" cy="3403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051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11</a:t>
            </a:fld>
            <a:endParaRPr lang="es-ES" noProof="0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F7FD8BD-A2D0-472C-AF68-AEF3A7C4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554893" cy="690854"/>
          </a:xfrm>
        </p:spPr>
        <p:txBody>
          <a:bodyPr/>
          <a:lstStyle/>
          <a:p>
            <a:r>
              <a:rPr lang="es-ES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Algoritmos de Búsqueda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C2B087-D550-42EA-2FDD-C13EE79C6C4C}"/>
              </a:ext>
            </a:extLst>
          </p:cNvPr>
          <p:cNvSpPr txBox="1"/>
          <p:nvPr/>
        </p:nvSpPr>
        <p:spPr>
          <a:xfrm>
            <a:off x="838200" y="158620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noProof="0" dirty="0">
                <a:solidFill>
                  <a:srgbClr val="0F1115"/>
                </a:solidFill>
                <a:effectLst/>
                <a:latin typeface="quote-cjk-patch"/>
              </a:rPr>
              <a:t>Búsqueda Inteligente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543250-2FB7-FF2C-2565-E0A59EA569CE}"/>
              </a:ext>
            </a:extLst>
          </p:cNvPr>
          <p:cNvSpPr txBox="1"/>
          <p:nvPr/>
        </p:nvSpPr>
        <p:spPr>
          <a:xfrm>
            <a:off x="838200" y="2219902"/>
            <a:ext cx="7957262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400" noProof="0" dirty="0" err="1"/>
              <a:t>def</a:t>
            </a:r>
            <a:r>
              <a:rPr lang="es-ES" sz="2400" noProof="0" dirty="0"/>
              <a:t> </a:t>
            </a:r>
            <a:r>
              <a:rPr lang="es-ES" sz="2400" noProof="0" dirty="0" err="1"/>
              <a:t>buscar_pais_por_nombre</a:t>
            </a:r>
            <a:r>
              <a:rPr lang="es-ES" sz="2400" noProof="0" dirty="0"/>
              <a:t>(</a:t>
            </a:r>
            <a:r>
              <a:rPr lang="es-ES" sz="2400" noProof="0" dirty="0" err="1"/>
              <a:t>paises</a:t>
            </a:r>
            <a:r>
              <a:rPr lang="es-ES" sz="2400" noProof="0" dirty="0"/>
              <a:t>, nombre):</a:t>
            </a:r>
          </a:p>
          <a:p>
            <a:r>
              <a:rPr lang="es-ES" sz="2400" noProof="0" dirty="0"/>
              <a:t>    # Coincidencia exacta normalizada</a:t>
            </a:r>
          </a:p>
          <a:p>
            <a:r>
              <a:rPr lang="es-ES" sz="2400" noProof="0" dirty="0"/>
              <a:t>    # Ignora mayúsculas/minúsculas </a:t>
            </a:r>
            <a:r>
              <a:rPr lang="es-ES" sz="2400" b="1" noProof="0" dirty="0"/>
              <a:t>(NORMALIZA)</a:t>
            </a:r>
          </a:p>
          <a:p>
            <a:r>
              <a:rPr lang="es-ES" sz="2400" noProof="0" dirty="0"/>
              <a:t>    # Elimina espacios extra</a:t>
            </a:r>
          </a:p>
          <a:p>
            <a:endParaRPr lang="es-ES" sz="2400" noProof="0" dirty="0"/>
          </a:p>
          <a:p>
            <a:r>
              <a:rPr lang="es-ES" sz="2400" noProof="0" dirty="0" err="1"/>
              <a:t>def</a:t>
            </a:r>
            <a:r>
              <a:rPr lang="es-ES" sz="2400" noProof="0" dirty="0"/>
              <a:t> </a:t>
            </a:r>
            <a:r>
              <a:rPr lang="es-ES" sz="2400" noProof="0" dirty="0" err="1"/>
              <a:t>buscar_pais</a:t>
            </a:r>
            <a:r>
              <a:rPr lang="es-ES" sz="2400" noProof="0" dirty="0"/>
              <a:t>(</a:t>
            </a:r>
            <a:r>
              <a:rPr lang="es-ES" sz="2400" noProof="0" dirty="0" err="1"/>
              <a:t>paises</a:t>
            </a:r>
            <a:r>
              <a:rPr lang="es-ES" sz="2400" noProof="0" dirty="0"/>
              <a:t>):</a:t>
            </a:r>
          </a:p>
          <a:p>
            <a:r>
              <a:rPr lang="es-ES" sz="2400" noProof="0" dirty="0"/>
              <a:t>    # Coincidencia parcial</a:t>
            </a:r>
          </a:p>
          <a:p>
            <a:r>
              <a:rPr lang="es-ES" sz="2400" noProof="0" dirty="0"/>
              <a:t>    # Búsqueda flexible</a:t>
            </a:r>
          </a:p>
          <a:p>
            <a:r>
              <a:rPr lang="es-ES" sz="2400" noProof="0" dirty="0"/>
              <a:t>    # Múltiples resultados</a:t>
            </a:r>
          </a:p>
        </p:txBody>
      </p:sp>
    </p:spTree>
    <p:extLst>
      <p:ext uri="{BB962C8B-B14F-4D97-AF65-F5344CB8AC3E}">
        <p14:creationId xmlns:p14="http://schemas.microsoft.com/office/powerpoint/2010/main" val="1913929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12</a:t>
            </a:fld>
            <a:endParaRPr lang="es-E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6AB8DD-426E-C7D0-1609-83AB9FD94154}"/>
              </a:ext>
            </a:extLst>
          </p:cNvPr>
          <p:cNvSpPr txBox="1"/>
          <p:nvPr/>
        </p:nvSpPr>
        <p:spPr>
          <a:xfrm>
            <a:off x="849086" y="678415"/>
            <a:ext cx="610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cap="all" spc="150" noProof="0" dirty="0">
                <a:solidFill>
                  <a:schemeClr val="accent5">
                    <a:lumMod val="75000"/>
                  </a:schemeClr>
                </a:solidFill>
                <a:latin typeface="quote-cjk-patch"/>
                <a:ea typeface="+mj-ea"/>
                <a:cs typeface="+mj-cs"/>
              </a:rPr>
              <a:t> Algoritmos de Ordenamiento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136848-68D7-0391-CEF3-92A945637C36}"/>
              </a:ext>
            </a:extLst>
          </p:cNvPr>
          <p:cNvSpPr txBox="1"/>
          <p:nvPr/>
        </p:nvSpPr>
        <p:spPr>
          <a:xfrm>
            <a:off x="849086" y="1434195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noProof="0" dirty="0">
                <a:solidFill>
                  <a:srgbClr val="0F1115"/>
                </a:solidFill>
                <a:effectLst/>
                <a:latin typeface="quote-cjk-patch"/>
              </a:rPr>
              <a:t>Ordenamiento Manual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0AE63A-E64E-D635-D25D-CE45C059606B}"/>
              </a:ext>
            </a:extLst>
          </p:cNvPr>
          <p:cNvSpPr txBox="1"/>
          <p:nvPr/>
        </p:nvSpPr>
        <p:spPr>
          <a:xfrm>
            <a:off x="849086" y="2094723"/>
            <a:ext cx="610222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/>
              <a:t># Ordenamiento por burbuja implementado</a:t>
            </a:r>
          </a:p>
          <a:p>
            <a:r>
              <a:rPr lang="es-ES" noProof="0" dirty="0" err="1"/>
              <a:t>for</a:t>
            </a:r>
            <a:r>
              <a:rPr lang="es-ES" noProof="0" dirty="0"/>
              <a:t> i in </a:t>
            </a:r>
            <a:r>
              <a:rPr lang="es-ES" noProof="0" dirty="0" err="1"/>
              <a:t>range</a:t>
            </a:r>
            <a:r>
              <a:rPr lang="es-ES" noProof="0" dirty="0"/>
              <a:t>(</a:t>
            </a:r>
            <a:r>
              <a:rPr lang="es-ES" noProof="0" dirty="0" err="1"/>
              <a:t>len</a:t>
            </a:r>
            <a:r>
              <a:rPr lang="es-ES" noProof="0" dirty="0"/>
              <a:t>(</a:t>
            </a:r>
            <a:r>
              <a:rPr lang="es-ES" noProof="0" dirty="0" err="1"/>
              <a:t>paises_ordenados</a:t>
            </a:r>
            <a:r>
              <a:rPr lang="es-ES" noProof="0" dirty="0"/>
              <a:t>)):</a:t>
            </a:r>
          </a:p>
          <a:p>
            <a:r>
              <a:rPr lang="es-ES" noProof="0" dirty="0"/>
              <a:t>    </a:t>
            </a:r>
            <a:r>
              <a:rPr lang="es-ES" noProof="0" dirty="0" err="1"/>
              <a:t>for</a:t>
            </a:r>
            <a:r>
              <a:rPr lang="es-ES" noProof="0" dirty="0"/>
              <a:t> j in </a:t>
            </a:r>
            <a:r>
              <a:rPr lang="es-ES" noProof="0" dirty="0" err="1"/>
              <a:t>range</a:t>
            </a:r>
            <a:r>
              <a:rPr lang="es-ES" noProof="0" dirty="0"/>
              <a:t>(i + 1, </a:t>
            </a:r>
            <a:r>
              <a:rPr lang="es-ES" noProof="0" dirty="0" err="1"/>
              <a:t>len</a:t>
            </a:r>
            <a:r>
              <a:rPr lang="es-ES" noProof="0" dirty="0"/>
              <a:t>(</a:t>
            </a:r>
            <a:r>
              <a:rPr lang="es-ES" noProof="0" dirty="0" err="1"/>
              <a:t>paises_ordenados</a:t>
            </a:r>
            <a:r>
              <a:rPr lang="es-ES" noProof="0" dirty="0"/>
              <a:t>)):</a:t>
            </a:r>
          </a:p>
          <a:p>
            <a:r>
              <a:rPr lang="es-ES" noProof="0" dirty="0"/>
              <a:t>        </a:t>
            </a:r>
            <a:r>
              <a:rPr lang="es-ES" noProof="0" dirty="0" err="1"/>
              <a:t>if</a:t>
            </a:r>
            <a:r>
              <a:rPr lang="es-ES" noProof="0" dirty="0"/>
              <a:t> </a:t>
            </a:r>
            <a:r>
              <a:rPr lang="es-ES" noProof="0" dirty="0" err="1"/>
              <a:t>criterio_cumplido</a:t>
            </a:r>
            <a:r>
              <a:rPr lang="es-ES" noProof="0" dirty="0"/>
              <a:t>:</a:t>
            </a:r>
          </a:p>
          <a:p>
            <a:r>
              <a:rPr lang="es-ES" noProof="0" dirty="0"/>
              <a:t>            </a:t>
            </a:r>
            <a:r>
              <a:rPr lang="es-ES" noProof="0" dirty="0" err="1"/>
              <a:t>intercambiar_elementos</a:t>
            </a:r>
            <a:r>
              <a:rPr lang="es-ES" noProof="0" dirty="0"/>
              <a:t>(i, j)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985A39F-2EEC-5289-4E60-1106E9AD6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254050"/>
              </p:ext>
            </p:extLst>
          </p:nvPr>
        </p:nvGraphicFramePr>
        <p:xfrm>
          <a:off x="849086" y="3714750"/>
          <a:ext cx="81280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1574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13</a:t>
            </a:fld>
            <a:endParaRPr lang="es-E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6AB8DD-426E-C7D0-1609-83AB9FD94154}"/>
              </a:ext>
            </a:extLst>
          </p:cNvPr>
          <p:cNvSpPr txBox="1"/>
          <p:nvPr/>
        </p:nvSpPr>
        <p:spPr>
          <a:xfrm>
            <a:off x="849086" y="678415"/>
            <a:ext cx="610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cap="all" spc="150" noProof="0" dirty="0">
                <a:solidFill>
                  <a:schemeClr val="accent5">
                    <a:lumMod val="75000"/>
                  </a:schemeClr>
                </a:solidFill>
                <a:latin typeface="quote-cjk-patch"/>
                <a:ea typeface="+mj-ea"/>
                <a:cs typeface="+mj-cs"/>
              </a:rPr>
              <a:t>Sistema de Filtrado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136848-68D7-0391-CEF3-92A945637C36}"/>
              </a:ext>
            </a:extLst>
          </p:cNvPr>
          <p:cNvSpPr txBox="1"/>
          <p:nvPr/>
        </p:nvSpPr>
        <p:spPr>
          <a:xfrm>
            <a:off x="849086" y="1434195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noProof="0" dirty="0">
                <a:solidFill>
                  <a:srgbClr val="0F1115"/>
                </a:solidFill>
                <a:effectLst/>
                <a:latin typeface="quote-cjk-patch"/>
              </a:rPr>
              <a:t>Múltiples Criterios de Filtro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1EEF29D-41BD-7E0D-7877-FF8B4F00D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66201"/>
              </p:ext>
            </p:extLst>
          </p:nvPr>
        </p:nvGraphicFramePr>
        <p:xfrm>
          <a:off x="849086" y="2408450"/>
          <a:ext cx="10028463" cy="316912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342821">
                  <a:extLst>
                    <a:ext uri="{9D8B030D-6E8A-4147-A177-3AD203B41FA5}">
                      <a16:colId xmlns:a16="http://schemas.microsoft.com/office/drawing/2014/main" val="3755986470"/>
                    </a:ext>
                  </a:extLst>
                </a:gridCol>
                <a:gridCol w="3342821">
                  <a:extLst>
                    <a:ext uri="{9D8B030D-6E8A-4147-A177-3AD203B41FA5}">
                      <a16:colId xmlns:a16="http://schemas.microsoft.com/office/drawing/2014/main" val="732533398"/>
                    </a:ext>
                  </a:extLst>
                </a:gridCol>
                <a:gridCol w="3342821">
                  <a:extLst>
                    <a:ext uri="{9D8B030D-6E8A-4147-A177-3AD203B41FA5}">
                      <a16:colId xmlns:a16="http://schemas.microsoft.com/office/drawing/2014/main" val="3209086172"/>
                    </a:ext>
                  </a:extLst>
                </a:gridCol>
              </a:tblGrid>
              <a:tr h="534551"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Tipo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Función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Características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218574220"/>
                  </a:ext>
                </a:extLst>
              </a:tr>
              <a:tr h="878192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Continente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 err="1">
                          <a:effectLst/>
                        </a:rPr>
                        <a:t>filtrar_por_continente</a:t>
                      </a:r>
                      <a:r>
                        <a:rPr lang="es-ES" sz="2400" b="0" noProof="0" dirty="0">
                          <a:effectLst/>
                        </a:rPr>
                        <a:t>()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Coincidencia exacta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58615889"/>
                  </a:ext>
                </a:extLst>
              </a:tr>
              <a:tr h="878192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Población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 err="1">
                          <a:effectLst/>
                        </a:rPr>
                        <a:t>filtrar_por_poblacion</a:t>
                      </a:r>
                      <a:r>
                        <a:rPr lang="es-ES" sz="2400" b="0" noProof="0" dirty="0">
                          <a:effectLst/>
                        </a:rPr>
                        <a:t>()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Rangos personalizados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50455320"/>
                  </a:ext>
                </a:extLst>
              </a:tr>
              <a:tr h="878192">
                <a:tc>
                  <a:txBody>
                    <a:bodyPr/>
                    <a:lstStyle/>
                    <a:p>
                      <a:r>
                        <a:rPr lang="es-ES" sz="2400" b="1" noProof="0" dirty="0">
                          <a:effectLst/>
                        </a:rPr>
                        <a:t>Superficie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 err="1">
                          <a:effectLst/>
                        </a:rPr>
                        <a:t>filtrar_por_superficie</a:t>
                      </a:r>
                      <a:r>
                        <a:rPr lang="es-ES" sz="2400" b="0" noProof="0" dirty="0">
                          <a:effectLst/>
                        </a:rPr>
                        <a:t>()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Límites flexibles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18343994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E0465361-9C1A-A90F-D6A7-63DA1A283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086" y="5902586"/>
            <a:ext cx="871401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200" b="1" i="0" u="none" strike="noStrike" cap="none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Ejemplo:</a:t>
            </a:r>
            <a:r>
              <a:rPr kumimoji="0" lang="es-ES" sz="1200" b="0" i="0" u="none" strike="noStrike" cap="none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Países entre 10M y 50M de habitantes</a:t>
            </a:r>
            <a:endParaRPr kumimoji="0" lang="es-E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10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14</a:t>
            </a:fld>
            <a:endParaRPr lang="es-E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6AB8DD-426E-C7D0-1609-83AB9FD94154}"/>
              </a:ext>
            </a:extLst>
          </p:cNvPr>
          <p:cNvSpPr txBox="1"/>
          <p:nvPr/>
        </p:nvSpPr>
        <p:spPr>
          <a:xfrm>
            <a:off x="849086" y="678415"/>
            <a:ext cx="610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cap="all" spc="150" noProof="0" dirty="0">
                <a:solidFill>
                  <a:schemeClr val="accent5">
                    <a:lumMod val="75000"/>
                  </a:schemeClr>
                </a:solidFill>
                <a:latin typeface="quote-cjk-patch"/>
                <a:ea typeface="+mj-ea"/>
                <a:cs typeface="+mj-cs"/>
              </a:rPr>
              <a:t>Sistema de Estadísticas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136848-68D7-0391-CEF3-92A945637C36}"/>
              </a:ext>
            </a:extLst>
          </p:cNvPr>
          <p:cNvSpPr txBox="1"/>
          <p:nvPr/>
        </p:nvSpPr>
        <p:spPr>
          <a:xfrm>
            <a:off x="849086" y="1434195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noProof="0" dirty="0">
                <a:solidFill>
                  <a:srgbClr val="0F1115"/>
                </a:solidFill>
                <a:effectLst/>
                <a:latin typeface="quote-cjk-patch"/>
              </a:rPr>
              <a:t>Métricas Automáticas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04BC9E-92D9-11CC-7165-B67D2C4736EE}"/>
              </a:ext>
            </a:extLst>
          </p:cNvPr>
          <p:cNvSpPr txBox="1"/>
          <p:nvPr/>
        </p:nvSpPr>
        <p:spPr>
          <a:xfrm>
            <a:off x="849086" y="1951672"/>
            <a:ext cx="610222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 err="1"/>
              <a:t>def</a:t>
            </a:r>
            <a:r>
              <a:rPr lang="es-ES" noProof="0" dirty="0"/>
              <a:t> </a:t>
            </a:r>
            <a:r>
              <a:rPr lang="es-ES" noProof="0" dirty="0" err="1"/>
              <a:t>mostrar_estadisticas</a:t>
            </a:r>
            <a:r>
              <a:rPr lang="es-ES" noProof="0" dirty="0"/>
              <a:t>(</a:t>
            </a:r>
            <a:r>
              <a:rPr lang="es-ES" noProof="0" dirty="0" err="1"/>
              <a:t>paises</a:t>
            </a:r>
            <a:r>
              <a:rPr lang="es-ES" noProof="0" dirty="0"/>
              <a:t>):</a:t>
            </a:r>
          </a:p>
          <a:p>
            <a:r>
              <a:rPr lang="es-ES" noProof="0" dirty="0"/>
              <a:t>    # País con mayor/menor población</a:t>
            </a:r>
          </a:p>
          <a:p>
            <a:r>
              <a:rPr lang="es-ES" noProof="0" dirty="0"/>
              <a:t>    # Promedios de población y superficie</a:t>
            </a:r>
          </a:p>
          <a:p>
            <a:r>
              <a:rPr lang="es-ES" noProof="0" dirty="0"/>
              <a:t>    # Conteo por continente</a:t>
            </a:r>
          </a:p>
          <a:p>
            <a:r>
              <a:rPr lang="es-ES" noProof="0" dirty="0"/>
              <a:t>    # Total de países registrados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49FE38-54CA-5519-769C-6897C0E9A3BC}"/>
              </a:ext>
            </a:extLst>
          </p:cNvPr>
          <p:cNvSpPr txBox="1"/>
          <p:nvPr/>
        </p:nvSpPr>
        <p:spPr>
          <a:xfrm>
            <a:off x="849086" y="4078667"/>
            <a:ext cx="610222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noProof="0" dirty="0"/>
              <a:t>#Salida</a:t>
            </a:r>
          </a:p>
          <a:p>
            <a:endParaRPr lang="es-ES" noProof="0" dirty="0"/>
          </a:p>
          <a:p>
            <a:r>
              <a:rPr lang="es-ES" noProof="0" dirty="0"/>
              <a:t>Mayor población: China (1,439,323,776)</a:t>
            </a:r>
          </a:p>
          <a:p>
            <a:r>
              <a:rPr lang="es-ES" noProof="0" dirty="0"/>
              <a:t>Menor población: Vaticano (825)</a:t>
            </a:r>
          </a:p>
          <a:p>
            <a:r>
              <a:rPr lang="es-ES" noProof="0" dirty="0"/>
              <a:t>Promedio de población: 67,234,567</a:t>
            </a:r>
          </a:p>
          <a:p>
            <a:r>
              <a:rPr lang="es-ES" noProof="0" dirty="0"/>
              <a:t>Países por continente: Asia (5), Europa (3), ...</a:t>
            </a:r>
          </a:p>
        </p:txBody>
      </p:sp>
    </p:spTree>
    <p:extLst>
      <p:ext uri="{BB962C8B-B14F-4D97-AF65-F5344CB8AC3E}">
        <p14:creationId xmlns:p14="http://schemas.microsoft.com/office/powerpoint/2010/main" val="2729643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15</a:t>
            </a:fld>
            <a:endParaRPr lang="es-ES" noProof="0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F7FD8BD-A2D0-472C-AF68-AEF3A7C4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554893" cy="690854"/>
          </a:xfrm>
        </p:spPr>
        <p:txBody>
          <a:bodyPr/>
          <a:lstStyle/>
          <a:p>
            <a:r>
              <a:rPr lang="es-ES" b="1" noProof="0" dirty="0">
                <a:solidFill>
                  <a:schemeClr val="accent5">
                    <a:lumMod val="75000"/>
                  </a:schemeClr>
                </a:solidFill>
                <a:latin typeface="quote-cjk-patch"/>
              </a:rPr>
              <a:t>Manejo de Errores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98CFA0C-1274-8727-C28C-3FB168DBB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81106"/>
              </p:ext>
            </p:extLst>
          </p:nvPr>
        </p:nvGraphicFramePr>
        <p:xfrm>
          <a:off x="1987093" y="1874520"/>
          <a:ext cx="7903778" cy="31089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51889">
                  <a:extLst>
                    <a:ext uri="{9D8B030D-6E8A-4147-A177-3AD203B41FA5}">
                      <a16:colId xmlns:a16="http://schemas.microsoft.com/office/drawing/2014/main" val="3385753328"/>
                    </a:ext>
                  </a:extLst>
                </a:gridCol>
                <a:gridCol w="3951889">
                  <a:extLst>
                    <a:ext uri="{9D8B030D-6E8A-4147-A177-3AD203B41FA5}">
                      <a16:colId xmlns:a16="http://schemas.microsoft.com/office/drawing/2014/main" val="1422404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Situación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400" b="1" u="sng" noProof="0" dirty="0">
                          <a:effectLst/>
                        </a:rPr>
                        <a:t>Manejo Implementado</a:t>
                      </a:r>
                      <a:endParaRPr lang="es-ES" sz="2400" b="1" u="sng" noProof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64481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Archivo no existe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Crea nuevo </a:t>
                      </a:r>
                      <a:r>
                        <a:rPr lang="es-ES" sz="2400" b="0" noProof="0" dirty="0" err="1">
                          <a:effectLst/>
                        </a:rPr>
                        <a:t>dataset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5057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Datos inválidos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Validación en entrada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4817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País duplicado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Detección y bloqueo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3762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Entradas vacías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Rechazo con mensaje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3019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Operación cancelada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s-ES" sz="2400" b="0" noProof="0" dirty="0">
                          <a:effectLst/>
                        </a:rPr>
                        <a:t>Flujo seguro de salida</a:t>
                      </a:r>
                      <a:endParaRPr lang="es-ES" sz="2400" b="0" noProof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7133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040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16</a:t>
            </a:fld>
            <a:endParaRPr lang="es-E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6AB8DD-426E-C7D0-1609-83AB9FD94154}"/>
              </a:ext>
            </a:extLst>
          </p:cNvPr>
          <p:cNvSpPr txBox="1"/>
          <p:nvPr/>
        </p:nvSpPr>
        <p:spPr>
          <a:xfrm>
            <a:off x="989045" y="901361"/>
            <a:ext cx="610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cap="all" spc="150" noProof="0" dirty="0">
                <a:solidFill>
                  <a:schemeClr val="accent5">
                    <a:lumMod val="75000"/>
                  </a:schemeClr>
                </a:solidFill>
                <a:latin typeface="quote-cjk-patch"/>
                <a:ea typeface="+mj-ea"/>
                <a:cs typeface="+mj-cs"/>
              </a:rPr>
              <a:t>Conclusión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168F446-E6D5-7566-AA0A-8A48F3F492D5}"/>
              </a:ext>
            </a:extLst>
          </p:cNvPr>
          <p:cNvSpPr txBox="1"/>
          <p:nvPr/>
        </p:nvSpPr>
        <p:spPr>
          <a:xfrm>
            <a:off x="957262" y="1762125"/>
            <a:ext cx="102774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El proyecto nos permitió aplicar los conceptos de programación de manera práctica, comprobando cómo la teoría se traduce en soluciones reales. </a:t>
            </a:r>
          </a:p>
          <a:p>
            <a:endParaRPr lang="es-ES" sz="2800" dirty="0"/>
          </a:p>
          <a:p>
            <a:r>
              <a:rPr lang="es-ES" sz="2800" dirty="0"/>
              <a:t>Al probarlo como usuarios finales pudimos detectar muchas mejoras posibles, especialmente en la experiencia de uso. </a:t>
            </a:r>
          </a:p>
          <a:p>
            <a:endParaRPr lang="es-ES" sz="2800" dirty="0"/>
          </a:p>
          <a:p>
            <a:r>
              <a:rPr lang="es-ES" sz="2800" dirty="0"/>
              <a:t>La estructura modular del código nos facilito el desarrollo del mismo y a su vez nos abre la posibilidad de implementar estas mejoras de forma ordenada y sin complicaciones futuras.</a:t>
            </a:r>
          </a:p>
        </p:txBody>
      </p:sp>
    </p:spTree>
    <p:extLst>
      <p:ext uri="{BB962C8B-B14F-4D97-AF65-F5344CB8AC3E}">
        <p14:creationId xmlns:p14="http://schemas.microsoft.com/office/powerpoint/2010/main" val="105642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s-ES" noProof="0" smtClean="0"/>
              <a:pPr/>
              <a:t>17</a:t>
            </a:fld>
            <a:endParaRPr lang="es-ES" noProof="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EAEF13-AA93-EAEE-5919-2902C17AA8F6}"/>
              </a:ext>
            </a:extLst>
          </p:cNvPr>
          <p:cNvSpPr/>
          <p:nvPr/>
        </p:nvSpPr>
        <p:spPr>
          <a:xfrm>
            <a:off x="6696837" y="4929990"/>
            <a:ext cx="384329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253</TotalTime>
  <Words>888</Words>
  <Application>Microsoft Office PowerPoint</Application>
  <PresentationFormat>Panorámica</PresentationFormat>
  <Paragraphs>248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quote-cjk-patch</vt:lpstr>
      <vt:lpstr>Tenorite</vt:lpstr>
      <vt:lpstr>Custom</vt:lpstr>
      <vt:lpstr>Sistema de Gestión de Países</vt:lpstr>
      <vt:lpstr>Objetivo del Sistema</vt:lpstr>
      <vt:lpstr>Presentación de PowerPoint</vt:lpstr>
      <vt:lpstr>Características Principales</vt:lpstr>
      <vt:lpstr>FLUJO DE EJECUCIÓN</vt:lpstr>
      <vt:lpstr>Estructura de Datos</vt:lpstr>
      <vt:lpstr>Interfaz de Usuario</vt:lpstr>
      <vt:lpstr> Menú Principal</vt:lpstr>
      <vt:lpstr>Validación de Datos</vt:lpstr>
      <vt:lpstr>Persistencia de Datos</vt:lpstr>
      <vt:lpstr>Algoritmos de Búsqueda</vt:lpstr>
      <vt:lpstr>Presentación de PowerPoint</vt:lpstr>
      <vt:lpstr>Presentación de PowerPoint</vt:lpstr>
      <vt:lpstr>Presentación de PowerPoint</vt:lpstr>
      <vt:lpstr>Manejo de Errores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Semantec</dc:creator>
  <cp:lastModifiedBy>Laura Domínguez</cp:lastModifiedBy>
  <cp:revision>8</cp:revision>
  <dcterms:created xsi:type="dcterms:W3CDTF">2025-11-11T11:54:27Z</dcterms:created>
  <dcterms:modified xsi:type="dcterms:W3CDTF">2025-11-11T23:48:58Z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